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D447DE-ECD5-47CA-BC3E-6CC7E3B2F552}" v="4" dt="2025-06-20T15:47:04.5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3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hikeyan Nallakamachi" userId="481edc4588b61275" providerId="LiveId" clId="{7AD447DE-ECD5-47CA-BC3E-6CC7E3B2F552}"/>
    <pc:docChg chg="custSel delSld modSld">
      <pc:chgData name="Karthikeyan Nallakamachi" userId="481edc4588b61275" providerId="LiveId" clId="{7AD447DE-ECD5-47CA-BC3E-6CC7E3B2F552}" dt="2025-06-20T16:21:12.346" v="27" actId="478"/>
      <pc:docMkLst>
        <pc:docMk/>
      </pc:docMkLst>
      <pc:sldChg chg="modSp mod">
        <pc:chgData name="Karthikeyan Nallakamachi" userId="481edc4588b61275" providerId="LiveId" clId="{7AD447DE-ECD5-47CA-BC3E-6CC7E3B2F552}" dt="2025-06-20T15:47:04.534" v="11"/>
        <pc:sldMkLst>
          <pc:docMk/>
          <pc:sldMk cId="3033525149" sldId="257"/>
        </pc:sldMkLst>
        <pc:spChg chg="mod">
          <ac:chgData name="Karthikeyan Nallakamachi" userId="481edc4588b61275" providerId="LiveId" clId="{7AD447DE-ECD5-47CA-BC3E-6CC7E3B2F552}" dt="2025-06-20T15:47:04.534" v="11"/>
          <ac:spMkLst>
            <pc:docMk/>
            <pc:sldMk cId="3033525149" sldId="257"/>
            <ac:spMk id="3" creationId="{F4164F6B-4408-640B-223A-07FA18BF7CB2}"/>
          </ac:spMkLst>
        </pc:spChg>
      </pc:sldChg>
      <pc:sldChg chg="modSp mod">
        <pc:chgData name="Karthikeyan Nallakamachi" userId="481edc4588b61275" providerId="LiveId" clId="{7AD447DE-ECD5-47CA-BC3E-6CC7E3B2F552}" dt="2025-06-20T15:49:30.384" v="13" actId="12"/>
        <pc:sldMkLst>
          <pc:docMk/>
          <pc:sldMk cId="2174393749" sldId="263"/>
        </pc:sldMkLst>
        <pc:spChg chg="mod">
          <ac:chgData name="Karthikeyan Nallakamachi" userId="481edc4588b61275" providerId="LiveId" clId="{7AD447DE-ECD5-47CA-BC3E-6CC7E3B2F552}" dt="2025-06-20T15:49:30.384" v="13" actId="12"/>
          <ac:spMkLst>
            <pc:docMk/>
            <pc:sldMk cId="2174393749" sldId="263"/>
            <ac:spMk id="3" creationId="{3F64A9B1-F5E8-FE4A-19D3-2BF39859F04A}"/>
          </ac:spMkLst>
        </pc:spChg>
      </pc:sldChg>
      <pc:sldChg chg="addSp delSp modSp mod">
        <pc:chgData name="Karthikeyan Nallakamachi" userId="481edc4588b61275" providerId="LiveId" clId="{7AD447DE-ECD5-47CA-BC3E-6CC7E3B2F552}" dt="2025-06-20T16:21:12.346" v="27" actId="478"/>
        <pc:sldMkLst>
          <pc:docMk/>
          <pc:sldMk cId="2038704729" sldId="264"/>
        </pc:sldMkLst>
        <pc:spChg chg="mod">
          <ac:chgData name="Karthikeyan Nallakamachi" userId="481edc4588b61275" providerId="LiveId" clId="{7AD447DE-ECD5-47CA-BC3E-6CC7E3B2F552}" dt="2025-06-20T16:21:03.853" v="25" actId="6549"/>
          <ac:spMkLst>
            <pc:docMk/>
            <pc:sldMk cId="2038704729" sldId="264"/>
            <ac:spMk id="2" creationId="{D4403CBF-E8CB-FBC9-02CE-F272A8642E99}"/>
          </ac:spMkLst>
        </pc:spChg>
        <pc:spChg chg="del mod">
          <ac:chgData name="Karthikeyan Nallakamachi" userId="481edc4588b61275" providerId="LiveId" clId="{7AD447DE-ECD5-47CA-BC3E-6CC7E3B2F552}" dt="2025-06-20T16:21:09.046" v="26" actId="478"/>
          <ac:spMkLst>
            <pc:docMk/>
            <pc:sldMk cId="2038704729" sldId="264"/>
            <ac:spMk id="3" creationId="{6B3B5039-1D88-E3E8-2141-1CE5AEDE1DC8}"/>
          </ac:spMkLst>
        </pc:spChg>
        <pc:spChg chg="add del mod">
          <ac:chgData name="Karthikeyan Nallakamachi" userId="481edc4588b61275" providerId="LiveId" clId="{7AD447DE-ECD5-47CA-BC3E-6CC7E3B2F552}" dt="2025-06-20T16:21:12.346" v="27" actId="478"/>
          <ac:spMkLst>
            <pc:docMk/>
            <pc:sldMk cId="2038704729" sldId="264"/>
            <ac:spMk id="5" creationId="{3F717E57-7CAB-50FC-63D6-7A655E3C47A9}"/>
          </ac:spMkLst>
        </pc:spChg>
      </pc:sldChg>
      <pc:sldChg chg="del">
        <pc:chgData name="Karthikeyan Nallakamachi" userId="481edc4588b61275" providerId="LiveId" clId="{7AD447DE-ECD5-47CA-BC3E-6CC7E3B2F552}" dt="2025-06-20T16:20:51.698" v="18" actId="47"/>
        <pc:sldMkLst>
          <pc:docMk/>
          <pc:sldMk cId="2211465515" sldId="265"/>
        </pc:sldMkLst>
      </pc:sldChg>
      <pc:sldChg chg="del">
        <pc:chgData name="Karthikeyan Nallakamachi" userId="481edc4588b61275" providerId="LiveId" clId="{7AD447DE-ECD5-47CA-BC3E-6CC7E3B2F552}" dt="2025-06-20T16:20:51.999" v="19" actId="47"/>
        <pc:sldMkLst>
          <pc:docMk/>
          <pc:sldMk cId="2863181973" sldId="266"/>
        </pc:sldMkLst>
      </pc:sldChg>
      <pc:sldChg chg="del">
        <pc:chgData name="Karthikeyan Nallakamachi" userId="481edc4588b61275" providerId="LiveId" clId="{7AD447DE-ECD5-47CA-BC3E-6CC7E3B2F552}" dt="2025-06-20T16:20:52.191" v="20" actId="47"/>
        <pc:sldMkLst>
          <pc:docMk/>
          <pc:sldMk cId="97603750" sldId="267"/>
        </pc:sldMkLst>
      </pc:sldChg>
      <pc:sldChg chg="del">
        <pc:chgData name="Karthikeyan Nallakamachi" userId="481edc4588b61275" providerId="LiveId" clId="{7AD447DE-ECD5-47CA-BC3E-6CC7E3B2F552}" dt="2025-06-20T16:20:52.387" v="21" actId="47"/>
        <pc:sldMkLst>
          <pc:docMk/>
          <pc:sldMk cId="901901713" sldId="268"/>
        </pc:sldMkLst>
      </pc:sldChg>
      <pc:sldChg chg="del">
        <pc:chgData name="Karthikeyan Nallakamachi" userId="481edc4588b61275" providerId="LiveId" clId="{7AD447DE-ECD5-47CA-BC3E-6CC7E3B2F552}" dt="2025-06-20T16:20:52.773" v="22" actId="47"/>
        <pc:sldMkLst>
          <pc:docMk/>
          <pc:sldMk cId="4037661266" sldId="269"/>
        </pc:sldMkLst>
      </pc:sldChg>
      <pc:sldChg chg="del">
        <pc:chgData name="Karthikeyan Nallakamachi" userId="481edc4588b61275" providerId="LiveId" clId="{7AD447DE-ECD5-47CA-BC3E-6CC7E3B2F552}" dt="2025-06-20T16:20:53.117" v="23" actId="47"/>
        <pc:sldMkLst>
          <pc:docMk/>
          <pc:sldMk cId="2403526330" sldId="270"/>
        </pc:sldMkLst>
      </pc:sldChg>
      <pc:sldChg chg="del">
        <pc:chgData name="Karthikeyan Nallakamachi" userId="481edc4588b61275" providerId="LiveId" clId="{7AD447DE-ECD5-47CA-BC3E-6CC7E3B2F552}" dt="2025-06-20T16:20:53.533" v="24" actId="47"/>
        <pc:sldMkLst>
          <pc:docMk/>
          <pc:sldMk cId="3356590643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D7D7-E7F6-2B4B-2D15-DA7458F663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6F00E7-1EFA-D6E8-D0D6-29BF6FF35A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D4A69-2904-ADEC-CEA1-968D94B8B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ED51B-71D9-4500-9A06-888AD88523EC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02B43-9712-10BD-D593-AE8350C4B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DCCBB-AF9A-4CBF-D8CD-4195E8B7A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B1922-F065-4BED-AABF-5E50EB76F9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661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9EE4F-D84D-ED9F-B4E1-3EE189612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50958-0C4A-9139-D700-3468C5847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6F709-3825-F3EA-E12C-48F8C0F73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ED51B-71D9-4500-9A06-888AD88523EC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31797-3DF8-5AE9-B9A7-C6C8B5AB6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2F371-4E42-75EC-2A17-F4C2CC07E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B1922-F065-4BED-AABF-5E50EB76F9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913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16960-8BEE-DB82-CF3F-15F5709C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A54ED-25A1-ED83-A86D-0F3FBAC1B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639B5-D1EF-7F38-7F85-A76A7F735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ED51B-71D9-4500-9A06-888AD88523EC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E0851-DE05-43EE-ED61-DEC9D7F7F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5DBC4-C599-F863-4147-F014E2DA0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B1922-F065-4BED-AABF-5E50EB76F9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966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BB5C6-986D-8C65-30E9-F85A31A8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DE2EE-8310-D614-16A7-2738E4F5F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AF878A-7293-A3BE-B2EB-7B3C8AE26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0B216-273F-B87F-E841-020F4D1C3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ED51B-71D9-4500-9A06-888AD88523EC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392682-D34B-5963-8AA2-BA2F26477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B8B021-8EDE-7C55-D28C-77324625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B1922-F065-4BED-AABF-5E50EB76F9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625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78630-0627-0BE9-1B87-C0366BC57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AD5CE-F613-DDD7-854B-29714674D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8CAB68-DF63-AFEF-E365-87CC1C590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28C02B-B1AE-4876-A392-7E6A5FC870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FDE9B7-94B7-E5AF-93BD-79C8942256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F70D97-8E8E-C572-2190-5DE2F1DE1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ED51B-71D9-4500-9A06-888AD88523EC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F393D0-8DF0-0888-5035-21050C28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00D586-C608-06CF-83D2-D9DF2FEB5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B1922-F065-4BED-AABF-5E50EB76F9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480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15156-1164-A7B8-B17F-5AC977B03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55333F-0F6F-23A8-6AE0-9B5191DF5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ED51B-71D9-4500-9A06-888AD88523EC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F149D4-F90F-CB41-18BF-C521B128D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D4104-8DA9-F82B-51F1-DBA2B5F41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B1922-F065-4BED-AABF-5E50EB76F9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035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67DDA0-9A86-7ED2-DC28-9C7FA4FA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ED51B-71D9-4500-9A06-888AD88523EC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36D688-8421-9AAA-E335-0FE6EDB0B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86A47-1F6E-E05B-925F-54883D41A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B1922-F065-4BED-AABF-5E50EB76F9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34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B33F0-6A81-129F-26F6-DE9941CC5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E8051-C161-C1B5-7943-8D103C613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3E97C-8A11-10DA-18E6-6A2EEFE76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25226A-E0D7-CB3B-8A00-0CEE696CB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ED51B-71D9-4500-9A06-888AD88523EC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8775CD-26A3-F0E7-586B-A87ACE0B4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399FE-FBDC-B695-BB13-36E9695F5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B1922-F065-4BED-AABF-5E50EB76F9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076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89B4A-AAD3-FB00-5AB8-CE0773B7D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8C66D0-D82F-C846-827D-4C3099573E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9637D4-6844-C750-3D32-587D7FF07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A52096-7007-C39B-0595-7D9F1FDF1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ED51B-71D9-4500-9A06-888AD88523EC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EA48A6-ECB2-AB8C-C493-9E29BA8DA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C7F598-9749-DA40-1CB1-133613B05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B1922-F065-4BED-AABF-5E50EB76F9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778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D54F2-F325-CAAA-CD10-6F8086816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2F5B88-89AE-A5FF-A06E-2881DA22CE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D6A5C-1B52-5BFA-6240-467845773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ED51B-71D9-4500-9A06-888AD88523EC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98E50-3599-49AE-AB09-692378DD3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F6249-1992-CD2E-EBFE-F2E4E4178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B1922-F065-4BED-AABF-5E50EB76F9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222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C21DE0-8998-49C1-D7D3-CB5AEECECE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557621-C8A0-08CC-A6FE-1006E5D87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6E729-96B8-6FEC-DFB5-7A7E2BA93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ED51B-71D9-4500-9A06-888AD88523EC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E4515-F5FB-1BD7-DF86-2C093CB8D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24A53-975B-DCE0-E877-F430F6B3A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B1922-F065-4BED-AABF-5E50EB76F9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90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04B4C3-F35C-4E50-38FB-C5057708F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C7B42-F5A9-ED2D-C74F-CAADE2053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63481-4749-EAB0-1795-8432D86B77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FED51B-71D9-4500-9A06-888AD88523EC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148C4-3D22-7190-00DB-0ED9B18CF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45D90-04E0-003B-3846-A8D9360317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CB1922-F065-4BED-AABF-5E50EB76F9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467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A690B-809F-E3F4-6843-C252A7BC24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AI Risks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76536-7437-C5A1-157E-9FE1B1AF08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971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CD1FC-0580-EF5E-E03F-653085D68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64F6B-4408-640B-223A-07FA18BF7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Deploying generative AI (GenAI) applications in production or pilot use without proper testing or evaluation carries significant risks across technical, ethical, legal, and business domains.</a:t>
            </a:r>
          </a:p>
          <a:p>
            <a:pPr marL="514350" indent="-514350">
              <a:buAutoNum type="arabicPeriod"/>
            </a:pPr>
            <a:r>
              <a:rPr lang="en-US" dirty="0"/>
              <a:t>Technical and Functional Risks</a:t>
            </a:r>
          </a:p>
          <a:p>
            <a:pPr marL="514350" indent="-514350">
              <a:buAutoNum type="arabicPeriod"/>
            </a:pPr>
            <a:r>
              <a:rPr lang="en-US" dirty="0"/>
              <a:t>Legal and Compliance Risks</a:t>
            </a:r>
          </a:p>
          <a:p>
            <a:pPr marL="514350" indent="-514350">
              <a:buAutoNum type="arabicPeriod"/>
            </a:pPr>
            <a:r>
              <a:rPr lang="en-US" b="1" dirty="0"/>
              <a:t>Ethical and Reputational Risks</a:t>
            </a:r>
          </a:p>
          <a:p>
            <a:pPr marL="514350" indent="-514350">
              <a:buAutoNum type="arabicPeriod"/>
            </a:pPr>
            <a:r>
              <a:rPr lang="en-US" b="1" dirty="0"/>
              <a:t>Business and Operational Risks</a:t>
            </a:r>
          </a:p>
          <a:p>
            <a:pPr marL="514350" indent="-514350">
              <a:buAutoNum type="arabicPeriod"/>
            </a:pPr>
            <a:r>
              <a:rPr lang="en-US" b="1" dirty="0"/>
              <a:t>Lack of Evaluation Metrics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3525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3410-7841-5114-8058-1843F9327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Technical and Functional Risks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0C4A3-A1EA-C3FE-5E62-385F4D355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Unexpected behavior</a:t>
            </a:r>
            <a:r>
              <a:rPr lang="en-US" dirty="0"/>
              <a:t>: GenAI models may produce hallucinations (false or made-up information), especially if prompts or contexts are ambiguous.</a:t>
            </a:r>
          </a:p>
          <a:p>
            <a:r>
              <a:rPr lang="en-US" b="1" dirty="0"/>
              <a:t>Performance degradation</a:t>
            </a:r>
            <a:r>
              <a:rPr lang="en-US" dirty="0"/>
              <a:t>: Without testing, there’s no assurance the system performs reliably under varying loads, inputs, or edge cases.</a:t>
            </a:r>
          </a:p>
          <a:p>
            <a:r>
              <a:rPr lang="en-US" b="1" dirty="0"/>
              <a:t>Integration issues</a:t>
            </a:r>
            <a:r>
              <a:rPr lang="en-US" dirty="0"/>
              <a:t>: Unvalidated APIs or system interfaces might fail or cause downstream errors in connected systems.</a:t>
            </a:r>
          </a:p>
          <a:p>
            <a:r>
              <a:rPr lang="en-US" b="1" dirty="0"/>
              <a:t>Bias or inconsistency</a:t>
            </a:r>
            <a:r>
              <a:rPr lang="en-US" dirty="0"/>
              <a:t>: Outputs may vary for similar inputs due to the stochastic nature of the models, affecting user trust and repeatability.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8206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5DF23-D6B4-F58D-FB78-AD2D3202D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Legal and Compliance Risks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CA346-7BB6-A2CA-A423-B9BACD673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Violation of regulations</a:t>
            </a:r>
            <a:r>
              <a:rPr lang="en-US" dirty="0"/>
              <a:t>: Outputs may breach data protection laws (e.g., GDPR, HIPAA) if personal or sensitive data is used or generated.</a:t>
            </a:r>
          </a:p>
          <a:p>
            <a:r>
              <a:rPr lang="en-US" b="1" dirty="0"/>
              <a:t>IP and copyright infringement</a:t>
            </a:r>
            <a:r>
              <a:rPr lang="en-US" dirty="0"/>
              <a:t>: GenAI might unintentionally generate content similar to copyrighted materials.</a:t>
            </a:r>
          </a:p>
          <a:p>
            <a:r>
              <a:rPr lang="en-US" b="1" dirty="0"/>
              <a:t>Lack of audit trail</a:t>
            </a:r>
            <a:r>
              <a:rPr lang="en-US" dirty="0"/>
              <a:t>: Without evaluation, tracking and justifying model decisions may not meet regulatory standards.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913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64BE9-A428-94E2-B2DF-984216C64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Ethical and Reputational Risks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2DD45-D215-2C18-D674-57105887A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Bias and discrimination</a:t>
            </a:r>
            <a:r>
              <a:rPr lang="en-US" dirty="0"/>
              <a:t>: Unvetted models may propagate harmful stereotypes or biases present in training data.</a:t>
            </a:r>
          </a:p>
          <a:p>
            <a:r>
              <a:rPr lang="en-US" b="1" dirty="0"/>
              <a:t>Offensive or harmful content</a:t>
            </a:r>
            <a:r>
              <a:rPr lang="en-US" dirty="0"/>
              <a:t>: AI may generate inappropriate or unsafe responses (e.g., hate speech, misinformation).</a:t>
            </a:r>
          </a:p>
          <a:p>
            <a:r>
              <a:rPr lang="en-US" b="1" dirty="0"/>
              <a:t>Loss of user trust</a:t>
            </a:r>
            <a:r>
              <a:rPr lang="en-US" dirty="0"/>
              <a:t>: If users encounter errors or offensive outputs, it can damage brand credibility and trust.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5802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71BB-1BBA-2FF9-20DE-8CC485DAE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Business and Operational Risks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4CB7F-DCCA-8AE8-91AD-203F7C6E5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Costly failures</a:t>
            </a:r>
            <a:r>
              <a:rPr lang="en-US" dirty="0"/>
              <a:t>: A faulty GenAI deployment can disrupt services or require emergency rollbacks, increasing costs.</a:t>
            </a:r>
          </a:p>
          <a:p>
            <a:r>
              <a:rPr lang="en-US" b="1" dirty="0"/>
              <a:t>Lack of ROI clarity</a:t>
            </a:r>
            <a:r>
              <a:rPr lang="en-US" dirty="0"/>
              <a:t>: Without testing, it’s hard to measure if the solution adds real value or just generates novelty.</a:t>
            </a:r>
          </a:p>
          <a:p>
            <a:r>
              <a:rPr lang="en-US" b="1" dirty="0"/>
              <a:t>Overdependence on unproven tools</a:t>
            </a:r>
            <a:r>
              <a:rPr lang="en-US" dirty="0"/>
              <a:t>: Relying on GenAI for critical decisions without validation may lead to poor business outcomes.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1648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F967C-B10D-1CE5-419F-A58C8CA55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Lack of Evaluation Metrics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B133A-1750-0116-AA91-B1545C615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No quality benchmarks</a:t>
            </a:r>
            <a:r>
              <a:rPr lang="en-US" dirty="0"/>
              <a:t>: Without evaluation, you can't measure the accuracy, relevance, or safety of outputs.</a:t>
            </a:r>
          </a:p>
          <a:p>
            <a:r>
              <a:rPr lang="en-US" b="1" dirty="0"/>
              <a:t>Inability to improve</a:t>
            </a:r>
            <a:r>
              <a:rPr lang="en-US" dirty="0"/>
              <a:t>: You won’t know what to tune (prompts, fine-tuning, filters, etc.) without structured feedback loops.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5140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78D1-C883-61D3-4DA6-F3D2663A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Recommendations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4A9B1-F5E8-FE4A-19D3-2BF39859F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8078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Run pilots in sandboxed environments</a:t>
            </a:r>
            <a:r>
              <a:rPr lang="en-US" dirty="0"/>
              <a:t> with synthetic or anonymized data.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Test across edge cases</a:t>
            </a:r>
            <a:r>
              <a:rPr lang="en-US" dirty="0"/>
              <a:t> and for harmful outputs.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Implement human-in-the-loop reviews</a:t>
            </a:r>
            <a:r>
              <a:rPr lang="en-US" dirty="0"/>
              <a:t> for sensitive use cases.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Define clear success metrics</a:t>
            </a:r>
            <a:r>
              <a:rPr lang="en-US" dirty="0"/>
              <a:t> (e.g., accuracy, user satisfaction, error rate).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Document risks and mitigation strategies</a:t>
            </a:r>
            <a:r>
              <a:rPr lang="en-US" dirty="0"/>
              <a:t> to meet audit and compliance standards.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4393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03CBF-E8CB-FBC9-02CE-F272A8642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 Checklist</a:t>
            </a:r>
          </a:p>
        </p:txBody>
      </p:sp>
    </p:spTree>
    <p:extLst>
      <p:ext uri="{BB962C8B-B14F-4D97-AF65-F5344CB8AC3E}">
        <p14:creationId xmlns:p14="http://schemas.microsoft.com/office/powerpoint/2010/main" val="2038704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459</Words>
  <Application>Microsoft Office PowerPoint</Application>
  <PresentationFormat>Widescreen</PresentationFormat>
  <Paragraphs>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AI Risks</vt:lpstr>
      <vt:lpstr>PowerPoint Presentation</vt:lpstr>
      <vt:lpstr>1. Technical and Functional Risks</vt:lpstr>
      <vt:lpstr>2. Legal and Compliance Risks</vt:lpstr>
      <vt:lpstr>3. Ethical and Reputational Risks</vt:lpstr>
      <vt:lpstr>4. Business and Operational Risks</vt:lpstr>
      <vt:lpstr>5. Lack of Evaluation Metrics</vt:lpstr>
      <vt:lpstr>Recommendations</vt:lpstr>
      <vt:lpstr>Evaluation Checklist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Karthikeyan Nallakamachi</dc:creator>
  <cp:lastModifiedBy>Karthikeyan Nallakamachi</cp:lastModifiedBy>
  <cp:revision>1</cp:revision>
  <dcterms:created xsi:type="dcterms:W3CDTF">2025-06-20T14:24:39Z</dcterms:created>
  <dcterms:modified xsi:type="dcterms:W3CDTF">2025-06-20T16:21:14Z</dcterms:modified>
</cp:coreProperties>
</file>