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59" r:id="rId6"/>
    <p:sldId id="260" r:id="rId7"/>
    <p:sldId id="263" r:id="rId8"/>
    <p:sldId id="264" r:id="rId9"/>
    <p:sldId id="265" r:id="rId10"/>
    <p:sldId id="261"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D06D1E-AF6E-4B89-B2BA-90B8EA598659}" v="1" dt="2025-12-03T14:42:42.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eyan Nallakamachi" userId="481edc4588b61275" providerId="LiveId" clId="{CA176A5A-472C-45F3-9044-B3158DB0F1A0}"/>
    <pc:docChg chg="undo custSel addSld modSld">
      <pc:chgData name="Karthikeyan Nallakamachi" userId="481edc4588b61275" providerId="LiveId" clId="{CA176A5A-472C-45F3-9044-B3158DB0F1A0}" dt="2025-12-05T17:37:22.283" v="150" actId="20577"/>
      <pc:docMkLst>
        <pc:docMk/>
      </pc:docMkLst>
      <pc:sldChg chg="modSp new mod">
        <pc:chgData name="Karthikeyan Nallakamachi" userId="481edc4588b61275" providerId="LiveId" clId="{CA176A5A-472C-45F3-9044-B3158DB0F1A0}" dt="2025-12-03T14:34:56.581" v="1"/>
        <pc:sldMkLst>
          <pc:docMk/>
          <pc:sldMk cId="72542545" sldId="256"/>
        </pc:sldMkLst>
        <pc:spChg chg="mod">
          <ac:chgData name="Karthikeyan Nallakamachi" userId="481edc4588b61275" providerId="LiveId" clId="{CA176A5A-472C-45F3-9044-B3158DB0F1A0}" dt="2025-12-03T14:34:56.581" v="1"/>
          <ac:spMkLst>
            <pc:docMk/>
            <pc:sldMk cId="72542545" sldId="256"/>
            <ac:spMk id="2" creationId="{D787C267-B21A-4D85-AF2A-883FEDA7447E}"/>
          </ac:spMkLst>
        </pc:spChg>
      </pc:sldChg>
      <pc:sldChg chg="addSp delSp modSp new mod">
        <pc:chgData name="Karthikeyan Nallakamachi" userId="481edc4588b61275" providerId="LiveId" clId="{CA176A5A-472C-45F3-9044-B3158DB0F1A0}" dt="2025-12-03T14:37:44.803" v="18" actId="6549"/>
        <pc:sldMkLst>
          <pc:docMk/>
          <pc:sldMk cId="2279738047" sldId="257"/>
        </pc:sldMkLst>
        <pc:spChg chg="mod">
          <ac:chgData name="Karthikeyan Nallakamachi" userId="481edc4588b61275" providerId="LiveId" clId="{CA176A5A-472C-45F3-9044-B3158DB0F1A0}" dt="2025-12-03T14:36:26.524" v="9" actId="20577"/>
          <ac:spMkLst>
            <pc:docMk/>
            <pc:sldMk cId="2279738047" sldId="257"/>
            <ac:spMk id="2" creationId="{82A21B63-1D7C-4A2E-92A7-8B60D98BBB4D}"/>
          </ac:spMkLst>
        </pc:spChg>
        <pc:spChg chg="add mod">
          <ac:chgData name="Karthikeyan Nallakamachi" userId="481edc4588b61275" providerId="LiveId" clId="{CA176A5A-472C-45F3-9044-B3158DB0F1A0}" dt="2025-12-03T14:36:58.048" v="17" actId="1076"/>
          <ac:spMkLst>
            <pc:docMk/>
            <pc:sldMk cId="2279738047" sldId="257"/>
            <ac:spMk id="7" creationId="{A6B7D7C4-7762-7255-5DA3-99E9EE21A7F9}"/>
          </ac:spMkLst>
        </pc:spChg>
        <pc:spChg chg="add mod">
          <ac:chgData name="Karthikeyan Nallakamachi" userId="481edc4588b61275" providerId="LiveId" clId="{CA176A5A-472C-45F3-9044-B3158DB0F1A0}" dt="2025-12-03T14:37:44.803" v="18" actId="6549"/>
          <ac:spMkLst>
            <pc:docMk/>
            <pc:sldMk cId="2279738047" sldId="257"/>
            <ac:spMk id="9" creationId="{DB462342-9F16-ADC7-72C4-F04EAD4F99BF}"/>
          </ac:spMkLst>
        </pc:spChg>
        <pc:picChg chg="add mod ord">
          <ac:chgData name="Karthikeyan Nallakamachi" userId="481edc4588b61275" providerId="LiveId" clId="{CA176A5A-472C-45F3-9044-B3158DB0F1A0}" dt="2025-12-03T14:35:43.417" v="4" actId="1076"/>
          <ac:picMkLst>
            <pc:docMk/>
            <pc:sldMk cId="2279738047" sldId="257"/>
            <ac:picMk id="5" creationId="{BB2AEA90-E6E0-9CE1-5371-B87BC2367DCB}"/>
          </ac:picMkLst>
        </pc:picChg>
      </pc:sldChg>
      <pc:sldChg chg="modSp new mod">
        <pc:chgData name="Karthikeyan Nallakamachi" userId="481edc4588b61275" providerId="LiveId" clId="{CA176A5A-472C-45F3-9044-B3158DB0F1A0}" dt="2025-12-03T14:42:50.797" v="23" actId="20577"/>
        <pc:sldMkLst>
          <pc:docMk/>
          <pc:sldMk cId="3335672808" sldId="258"/>
        </pc:sldMkLst>
        <pc:spChg chg="mod">
          <ac:chgData name="Karthikeyan Nallakamachi" userId="481edc4588b61275" providerId="LiveId" clId="{CA176A5A-472C-45F3-9044-B3158DB0F1A0}" dt="2025-12-03T14:42:50.797" v="23" actId="20577"/>
          <ac:spMkLst>
            <pc:docMk/>
            <pc:sldMk cId="3335672808" sldId="258"/>
            <ac:spMk id="2" creationId="{EDB32CCC-EEC4-C0CF-00BC-795BCFAEC0E9}"/>
          </ac:spMkLst>
        </pc:spChg>
        <pc:spChg chg="mod">
          <ac:chgData name="Karthikeyan Nallakamachi" userId="481edc4588b61275" providerId="LiveId" clId="{CA176A5A-472C-45F3-9044-B3158DB0F1A0}" dt="2025-12-03T14:42:46.119" v="21" actId="21"/>
          <ac:spMkLst>
            <pc:docMk/>
            <pc:sldMk cId="3335672808" sldId="258"/>
            <ac:spMk id="3" creationId="{BCA32FB9-4353-7826-D406-47704860D56A}"/>
          </ac:spMkLst>
        </pc:spChg>
      </pc:sldChg>
      <pc:sldChg chg="addSp modSp new mod">
        <pc:chgData name="Karthikeyan Nallakamachi" userId="481edc4588b61275" providerId="LiveId" clId="{CA176A5A-472C-45F3-9044-B3158DB0F1A0}" dt="2025-12-03T17:24:51.565" v="40" actId="1076"/>
        <pc:sldMkLst>
          <pc:docMk/>
          <pc:sldMk cId="625400269" sldId="259"/>
        </pc:sldMkLst>
        <pc:spChg chg="mod">
          <ac:chgData name="Karthikeyan Nallakamachi" userId="481edc4588b61275" providerId="LiveId" clId="{CA176A5A-472C-45F3-9044-B3158DB0F1A0}" dt="2025-12-03T17:24:40.771" v="36"/>
          <ac:spMkLst>
            <pc:docMk/>
            <pc:sldMk cId="625400269" sldId="259"/>
            <ac:spMk id="2" creationId="{0275827D-AF2A-2D6E-86FE-309D2E9068BB}"/>
          </ac:spMkLst>
        </pc:spChg>
        <pc:spChg chg="mod">
          <ac:chgData name="Karthikeyan Nallakamachi" userId="481edc4588b61275" providerId="LiveId" clId="{CA176A5A-472C-45F3-9044-B3158DB0F1A0}" dt="2025-12-03T17:24:48.436" v="39" actId="27636"/>
          <ac:spMkLst>
            <pc:docMk/>
            <pc:sldMk cId="625400269" sldId="259"/>
            <ac:spMk id="3" creationId="{F3DF17B7-68DD-2221-C958-AFB5352C91A7}"/>
          </ac:spMkLst>
        </pc:spChg>
        <pc:picChg chg="add mod">
          <ac:chgData name="Karthikeyan Nallakamachi" userId="481edc4588b61275" providerId="LiveId" clId="{CA176A5A-472C-45F3-9044-B3158DB0F1A0}" dt="2025-12-03T17:24:51.565" v="40" actId="1076"/>
          <ac:picMkLst>
            <pc:docMk/>
            <pc:sldMk cId="625400269" sldId="259"/>
            <ac:picMk id="5" creationId="{0B5B83F3-46EF-5098-0285-5FD7DE678E45}"/>
          </ac:picMkLst>
        </pc:picChg>
      </pc:sldChg>
      <pc:sldChg chg="addSp modSp new mod setBg">
        <pc:chgData name="Karthikeyan Nallakamachi" userId="481edc4588b61275" providerId="LiveId" clId="{CA176A5A-472C-45F3-9044-B3158DB0F1A0}" dt="2025-12-03T17:27:00.417" v="50" actId="27614"/>
        <pc:sldMkLst>
          <pc:docMk/>
          <pc:sldMk cId="1937511633" sldId="260"/>
        </pc:sldMkLst>
        <pc:spChg chg="mod">
          <ac:chgData name="Karthikeyan Nallakamachi" userId="481edc4588b61275" providerId="LiveId" clId="{CA176A5A-472C-45F3-9044-B3158DB0F1A0}" dt="2025-12-03T17:26:56.698" v="49" actId="26606"/>
          <ac:spMkLst>
            <pc:docMk/>
            <pc:sldMk cId="1937511633" sldId="260"/>
            <ac:spMk id="2" creationId="{258DB5E2-70E1-32E9-2A3A-CA35A60061F7}"/>
          </ac:spMkLst>
        </pc:spChg>
        <pc:spChg chg="mod">
          <ac:chgData name="Karthikeyan Nallakamachi" userId="481edc4588b61275" providerId="LiveId" clId="{CA176A5A-472C-45F3-9044-B3158DB0F1A0}" dt="2025-12-03T17:26:56.698" v="49" actId="26606"/>
          <ac:spMkLst>
            <pc:docMk/>
            <pc:sldMk cId="1937511633" sldId="260"/>
            <ac:spMk id="3" creationId="{F69222AB-32C3-F1B9-DB42-9730303216A2}"/>
          </ac:spMkLst>
        </pc:spChg>
        <pc:spChg chg="add">
          <ac:chgData name="Karthikeyan Nallakamachi" userId="481edc4588b61275" providerId="LiveId" clId="{CA176A5A-472C-45F3-9044-B3158DB0F1A0}" dt="2025-12-03T17:26:56.698" v="49" actId="26606"/>
          <ac:spMkLst>
            <pc:docMk/>
            <pc:sldMk cId="1937511633" sldId="260"/>
            <ac:spMk id="10" creationId="{201CC55D-ED54-4C5C-95E6-10947BD1103B}"/>
          </ac:spMkLst>
        </pc:spChg>
        <pc:spChg chg="add">
          <ac:chgData name="Karthikeyan Nallakamachi" userId="481edc4588b61275" providerId="LiveId" clId="{CA176A5A-472C-45F3-9044-B3158DB0F1A0}" dt="2025-12-03T17:26:56.698" v="49" actId="26606"/>
          <ac:spMkLst>
            <pc:docMk/>
            <pc:sldMk cId="1937511633" sldId="260"/>
            <ac:spMk id="16" creationId="{3873B707-463F-40B0-8227-E8CC6C67EB25}"/>
          </ac:spMkLst>
        </pc:spChg>
        <pc:spChg chg="add">
          <ac:chgData name="Karthikeyan Nallakamachi" userId="481edc4588b61275" providerId="LiveId" clId="{CA176A5A-472C-45F3-9044-B3158DB0F1A0}" dt="2025-12-03T17:26:56.698" v="49" actId="26606"/>
          <ac:spMkLst>
            <pc:docMk/>
            <pc:sldMk cId="1937511633" sldId="260"/>
            <ac:spMk id="18" creationId="{C13237C8-E62C-4F0D-A318-BD6FB6C2D138}"/>
          </ac:spMkLst>
        </pc:spChg>
        <pc:spChg chg="add">
          <ac:chgData name="Karthikeyan Nallakamachi" userId="481edc4588b61275" providerId="LiveId" clId="{CA176A5A-472C-45F3-9044-B3158DB0F1A0}" dt="2025-12-03T17:26:56.698" v="49" actId="26606"/>
          <ac:spMkLst>
            <pc:docMk/>
            <pc:sldMk cId="1937511633" sldId="260"/>
            <ac:spMk id="20" creationId="{19C9EAEA-39D0-4B0E-A0EB-51E7B26740B1}"/>
          </ac:spMkLst>
        </pc:spChg>
        <pc:grpChg chg="add">
          <ac:chgData name="Karthikeyan Nallakamachi" userId="481edc4588b61275" providerId="LiveId" clId="{CA176A5A-472C-45F3-9044-B3158DB0F1A0}" dt="2025-12-03T17:26:56.698" v="49" actId="26606"/>
          <ac:grpSpMkLst>
            <pc:docMk/>
            <pc:sldMk cId="1937511633" sldId="260"/>
            <ac:grpSpMk id="12" creationId="{1DE889C7-FAD6-4397-98E2-05D503484459}"/>
          </ac:grpSpMkLst>
        </pc:grpChg>
        <pc:picChg chg="add mod">
          <ac:chgData name="Karthikeyan Nallakamachi" userId="481edc4588b61275" providerId="LiveId" clId="{CA176A5A-472C-45F3-9044-B3158DB0F1A0}" dt="2025-12-03T17:27:00.417" v="50" actId="27614"/>
          <ac:picMkLst>
            <pc:docMk/>
            <pc:sldMk cId="1937511633" sldId="260"/>
            <ac:picMk id="5" creationId="{3FD3AB9E-546D-FF2A-5CA9-6B19B6DCEF33}"/>
          </ac:picMkLst>
        </pc:picChg>
      </pc:sldChg>
      <pc:sldChg chg="addSp modSp new mod setBg">
        <pc:chgData name="Karthikeyan Nallakamachi" userId="481edc4588b61275" providerId="LiveId" clId="{CA176A5A-472C-45F3-9044-B3158DB0F1A0}" dt="2025-12-03T17:28:34.062" v="59" actId="26606"/>
        <pc:sldMkLst>
          <pc:docMk/>
          <pc:sldMk cId="2534177699" sldId="261"/>
        </pc:sldMkLst>
        <pc:spChg chg="mod">
          <ac:chgData name="Karthikeyan Nallakamachi" userId="481edc4588b61275" providerId="LiveId" clId="{CA176A5A-472C-45F3-9044-B3158DB0F1A0}" dt="2025-12-03T17:28:34.062" v="59" actId="26606"/>
          <ac:spMkLst>
            <pc:docMk/>
            <pc:sldMk cId="2534177699" sldId="261"/>
            <ac:spMk id="2" creationId="{7948B7AF-C486-D999-3D86-24BD4BCA4BE9}"/>
          </ac:spMkLst>
        </pc:spChg>
        <pc:spChg chg="mod">
          <ac:chgData name="Karthikeyan Nallakamachi" userId="481edc4588b61275" providerId="LiveId" clId="{CA176A5A-472C-45F3-9044-B3158DB0F1A0}" dt="2025-12-03T17:28:34.062" v="59" actId="26606"/>
          <ac:spMkLst>
            <pc:docMk/>
            <pc:sldMk cId="2534177699" sldId="261"/>
            <ac:spMk id="3" creationId="{0F538169-DCCA-042D-6AEE-1C049CDEEC8C}"/>
          </ac:spMkLst>
        </pc:spChg>
        <pc:spChg chg="add">
          <ac:chgData name="Karthikeyan Nallakamachi" userId="481edc4588b61275" providerId="LiveId" clId="{CA176A5A-472C-45F3-9044-B3158DB0F1A0}" dt="2025-12-03T17:28:34.062" v="59" actId="26606"/>
          <ac:spMkLst>
            <pc:docMk/>
            <pc:sldMk cId="2534177699" sldId="261"/>
            <ac:spMk id="10" creationId="{201CC55D-ED54-4C5C-95E6-10947BD1103B}"/>
          </ac:spMkLst>
        </pc:spChg>
        <pc:spChg chg="add">
          <ac:chgData name="Karthikeyan Nallakamachi" userId="481edc4588b61275" providerId="LiveId" clId="{CA176A5A-472C-45F3-9044-B3158DB0F1A0}" dt="2025-12-03T17:28:34.062" v="59" actId="26606"/>
          <ac:spMkLst>
            <pc:docMk/>
            <pc:sldMk cId="2534177699" sldId="261"/>
            <ac:spMk id="16" creationId="{3873B707-463F-40B0-8227-E8CC6C67EB25}"/>
          </ac:spMkLst>
        </pc:spChg>
        <pc:spChg chg="add">
          <ac:chgData name="Karthikeyan Nallakamachi" userId="481edc4588b61275" providerId="LiveId" clId="{CA176A5A-472C-45F3-9044-B3158DB0F1A0}" dt="2025-12-03T17:28:34.062" v="59" actId="26606"/>
          <ac:spMkLst>
            <pc:docMk/>
            <pc:sldMk cId="2534177699" sldId="261"/>
            <ac:spMk id="18" creationId="{C13237C8-E62C-4F0D-A318-BD6FB6C2D138}"/>
          </ac:spMkLst>
        </pc:spChg>
        <pc:spChg chg="add">
          <ac:chgData name="Karthikeyan Nallakamachi" userId="481edc4588b61275" providerId="LiveId" clId="{CA176A5A-472C-45F3-9044-B3158DB0F1A0}" dt="2025-12-03T17:28:34.062" v="59" actId="26606"/>
          <ac:spMkLst>
            <pc:docMk/>
            <pc:sldMk cId="2534177699" sldId="261"/>
            <ac:spMk id="20" creationId="{19C9EAEA-39D0-4B0E-A0EB-51E7B26740B1}"/>
          </ac:spMkLst>
        </pc:spChg>
        <pc:grpChg chg="add">
          <ac:chgData name="Karthikeyan Nallakamachi" userId="481edc4588b61275" providerId="LiveId" clId="{CA176A5A-472C-45F3-9044-B3158DB0F1A0}" dt="2025-12-03T17:28:34.062" v="59" actId="26606"/>
          <ac:grpSpMkLst>
            <pc:docMk/>
            <pc:sldMk cId="2534177699" sldId="261"/>
            <ac:grpSpMk id="12" creationId="{1DE889C7-FAD6-4397-98E2-05D503484459}"/>
          </ac:grpSpMkLst>
        </pc:grpChg>
        <pc:picChg chg="add mod">
          <ac:chgData name="Karthikeyan Nallakamachi" userId="481edc4588b61275" providerId="LiveId" clId="{CA176A5A-472C-45F3-9044-B3158DB0F1A0}" dt="2025-12-03T17:28:34.062" v="59" actId="26606"/>
          <ac:picMkLst>
            <pc:docMk/>
            <pc:sldMk cId="2534177699" sldId="261"/>
            <ac:picMk id="5" creationId="{2060521A-6398-8A84-E592-683F63CCBB8E}"/>
          </ac:picMkLst>
        </pc:picChg>
      </pc:sldChg>
      <pc:sldChg chg="addSp modSp new mod setBg">
        <pc:chgData name="Karthikeyan Nallakamachi" userId="481edc4588b61275" providerId="LiveId" clId="{CA176A5A-472C-45F3-9044-B3158DB0F1A0}" dt="2025-12-03T17:29:59.934" v="70" actId="962"/>
        <pc:sldMkLst>
          <pc:docMk/>
          <pc:sldMk cId="927300376" sldId="262"/>
        </pc:sldMkLst>
        <pc:spChg chg="mod">
          <ac:chgData name="Karthikeyan Nallakamachi" userId="481edc4588b61275" providerId="LiveId" clId="{CA176A5A-472C-45F3-9044-B3158DB0F1A0}" dt="2025-12-03T17:29:57.785" v="68" actId="26606"/>
          <ac:spMkLst>
            <pc:docMk/>
            <pc:sldMk cId="927300376" sldId="262"/>
            <ac:spMk id="2" creationId="{C2A992D3-0CAD-0AB4-AFDF-AF1B46A99AB3}"/>
          </ac:spMkLst>
        </pc:spChg>
        <pc:spChg chg="mod">
          <ac:chgData name="Karthikeyan Nallakamachi" userId="481edc4588b61275" providerId="LiveId" clId="{CA176A5A-472C-45F3-9044-B3158DB0F1A0}" dt="2025-12-03T17:29:57.785" v="68" actId="26606"/>
          <ac:spMkLst>
            <pc:docMk/>
            <pc:sldMk cId="927300376" sldId="262"/>
            <ac:spMk id="3" creationId="{68E1F8F8-4809-CC65-5BEC-6496D42F64A4}"/>
          </ac:spMkLst>
        </pc:spChg>
        <pc:spChg chg="add">
          <ac:chgData name="Karthikeyan Nallakamachi" userId="481edc4588b61275" providerId="LiveId" clId="{CA176A5A-472C-45F3-9044-B3158DB0F1A0}" dt="2025-12-03T17:29:57.785" v="68" actId="26606"/>
          <ac:spMkLst>
            <pc:docMk/>
            <pc:sldMk cId="927300376" sldId="262"/>
            <ac:spMk id="10" creationId="{201CC55D-ED54-4C5C-95E6-10947BD1103B}"/>
          </ac:spMkLst>
        </pc:spChg>
        <pc:spChg chg="add">
          <ac:chgData name="Karthikeyan Nallakamachi" userId="481edc4588b61275" providerId="LiveId" clId="{CA176A5A-472C-45F3-9044-B3158DB0F1A0}" dt="2025-12-03T17:29:57.785" v="68" actId="26606"/>
          <ac:spMkLst>
            <pc:docMk/>
            <pc:sldMk cId="927300376" sldId="262"/>
            <ac:spMk id="16" creationId="{3873B707-463F-40B0-8227-E8CC6C67EB25}"/>
          </ac:spMkLst>
        </pc:spChg>
        <pc:spChg chg="add">
          <ac:chgData name="Karthikeyan Nallakamachi" userId="481edc4588b61275" providerId="LiveId" clId="{CA176A5A-472C-45F3-9044-B3158DB0F1A0}" dt="2025-12-03T17:29:57.785" v="68" actId="26606"/>
          <ac:spMkLst>
            <pc:docMk/>
            <pc:sldMk cId="927300376" sldId="262"/>
            <ac:spMk id="18" creationId="{C13237C8-E62C-4F0D-A318-BD6FB6C2D138}"/>
          </ac:spMkLst>
        </pc:spChg>
        <pc:spChg chg="add">
          <ac:chgData name="Karthikeyan Nallakamachi" userId="481edc4588b61275" providerId="LiveId" clId="{CA176A5A-472C-45F3-9044-B3158DB0F1A0}" dt="2025-12-03T17:29:57.785" v="68" actId="26606"/>
          <ac:spMkLst>
            <pc:docMk/>
            <pc:sldMk cId="927300376" sldId="262"/>
            <ac:spMk id="20" creationId="{19C9EAEA-39D0-4B0E-A0EB-51E7B26740B1}"/>
          </ac:spMkLst>
        </pc:spChg>
        <pc:grpChg chg="add">
          <ac:chgData name="Karthikeyan Nallakamachi" userId="481edc4588b61275" providerId="LiveId" clId="{CA176A5A-472C-45F3-9044-B3158DB0F1A0}" dt="2025-12-03T17:29:57.785" v="68" actId="26606"/>
          <ac:grpSpMkLst>
            <pc:docMk/>
            <pc:sldMk cId="927300376" sldId="262"/>
            <ac:grpSpMk id="12" creationId="{1DE889C7-FAD6-4397-98E2-05D503484459}"/>
          </ac:grpSpMkLst>
        </pc:grpChg>
        <pc:picChg chg="add mod">
          <ac:chgData name="Karthikeyan Nallakamachi" userId="481edc4588b61275" providerId="LiveId" clId="{CA176A5A-472C-45F3-9044-B3158DB0F1A0}" dt="2025-12-03T17:29:59.934" v="70" actId="962"/>
          <ac:picMkLst>
            <pc:docMk/>
            <pc:sldMk cId="927300376" sldId="262"/>
            <ac:picMk id="5" creationId="{2FB20006-A20E-9FD7-C45B-09CCA68B7FAF}"/>
          </ac:picMkLst>
        </pc:picChg>
      </pc:sldChg>
      <pc:sldChg chg="addSp delSp modSp new mod setBg">
        <pc:chgData name="Karthikeyan Nallakamachi" userId="481edc4588b61275" providerId="LiveId" clId="{CA176A5A-472C-45F3-9044-B3158DB0F1A0}" dt="2025-12-05T17:28:39.965" v="84" actId="26606"/>
        <pc:sldMkLst>
          <pc:docMk/>
          <pc:sldMk cId="93139114" sldId="263"/>
        </pc:sldMkLst>
        <pc:spChg chg="mod">
          <ac:chgData name="Karthikeyan Nallakamachi" userId="481edc4588b61275" providerId="LiveId" clId="{CA176A5A-472C-45F3-9044-B3158DB0F1A0}" dt="2025-12-05T17:28:39.962" v="83" actId="26606"/>
          <ac:spMkLst>
            <pc:docMk/>
            <pc:sldMk cId="93139114" sldId="263"/>
            <ac:spMk id="2" creationId="{5DC81BA3-C83E-32F5-7FF5-692F327F7530}"/>
          </ac:spMkLst>
        </pc:spChg>
        <pc:spChg chg="add del mod">
          <ac:chgData name="Karthikeyan Nallakamachi" userId="481edc4588b61275" providerId="LiveId" clId="{CA176A5A-472C-45F3-9044-B3158DB0F1A0}" dt="2025-12-05T17:28:39.965" v="84" actId="26606"/>
          <ac:spMkLst>
            <pc:docMk/>
            <pc:sldMk cId="93139114" sldId="263"/>
            <ac:spMk id="3" creationId="{FC1A1F3F-A0F9-40E7-536C-9A4620BFDDA5}"/>
          </ac:spMkLst>
        </pc:spChg>
        <pc:spChg chg="add del">
          <ac:chgData name="Karthikeyan Nallakamachi" userId="481edc4588b61275" providerId="LiveId" clId="{CA176A5A-472C-45F3-9044-B3158DB0F1A0}" dt="2025-12-05T17:28:39.962" v="83" actId="26606"/>
          <ac:spMkLst>
            <pc:docMk/>
            <pc:sldMk cId="93139114" sldId="263"/>
            <ac:spMk id="9" creationId="{BACC6370-2D7E-4714-9D71-7542949D7D5D}"/>
          </ac:spMkLst>
        </pc:spChg>
        <pc:spChg chg="add del">
          <ac:chgData name="Karthikeyan Nallakamachi" userId="481edc4588b61275" providerId="LiveId" clId="{CA176A5A-472C-45F3-9044-B3158DB0F1A0}" dt="2025-12-05T17:28:39.962" v="83" actId="26606"/>
          <ac:spMkLst>
            <pc:docMk/>
            <pc:sldMk cId="93139114" sldId="263"/>
            <ac:spMk id="11" creationId="{F68B3F68-107C-434F-AA38-110D5EA91B85}"/>
          </ac:spMkLst>
        </pc:spChg>
        <pc:spChg chg="add del">
          <ac:chgData name="Karthikeyan Nallakamachi" userId="481edc4588b61275" providerId="LiveId" clId="{CA176A5A-472C-45F3-9044-B3158DB0F1A0}" dt="2025-12-05T17:28:39.962" v="83" actId="26606"/>
          <ac:spMkLst>
            <pc:docMk/>
            <pc:sldMk cId="93139114" sldId="263"/>
            <ac:spMk id="13" creationId="{AAD0DBB9-1A4B-4391-81D4-CB19F9AB918A}"/>
          </ac:spMkLst>
        </pc:spChg>
        <pc:spChg chg="add del">
          <ac:chgData name="Karthikeyan Nallakamachi" userId="481edc4588b61275" providerId="LiveId" clId="{CA176A5A-472C-45F3-9044-B3158DB0F1A0}" dt="2025-12-05T17:28:39.962" v="83" actId="26606"/>
          <ac:spMkLst>
            <pc:docMk/>
            <pc:sldMk cId="93139114" sldId="263"/>
            <ac:spMk id="15" creationId="{063BBA22-50EA-4C4D-BE05-F1CE4E63AA56}"/>
          </ac:spMkLst>
        </pc:spChg>
        <pc:graphicFrameChg chg="add del">
          <ac:chgData name="Karthikeyan Nallakamachi" userId="481edc4588b61275" providerId="LiveId" clId="{CA176A5A-472C-45F3-9044-B3158DB0F1A0}" dt="2025-12-05T17:28:39.962" v="83" actId="26606"/>
          <ac:graphicFrameMkLst>
            <pc:docMk/>
            <pc:sldMk cId="93139114" sldId="263"/>
            <ac:graphicFrameMk id="5" creationId="{E227E5A5-482D-06E2-152D-5A062778DF6C}"/>
          </ac:graphicFrameMkLst>
        </pc:graphicFrameChg>
        <pc:graphicFrameChg chg="add">
          <ac:chgData name="Karthikeyan Nallakamachi" userId="481edc4588b61275" providerId="LiveId" clId="{CA176A5A-472C-45F3-9044-B3158DB0F1A0}" dt="2025-12-05T17:28:39.965" v="84" actId="26606"/>
          <ac:graphicFrameMkLst>
            <pc:docMk/>
            <pc:sldMk cId="93139114" sldId="263"/>
            <ac:graphicFrameMk id="17" creationId="{A529174A-0988-C64A-2C83-CDA841FAED94}"/>
          </ac:graphicFrameMkLst>
        </pc:graphicFrameChg>
      </pc:sldChg>
      <pc:sldChg chg="addSp delSp modSp new mod">
        <pc:chgData name="Karthikeyan Nallakamachi" userId="481edc4588b61275" providerId="LiveId" clId="{CA176A5A-472C-45F3-9044-B3158DB0F1A0}" dt="2025-12-05T17:31:36.170" v="112" actId="27614"/>
        <pc:sldMkLst>
          <pc:docMk/>
          <pc:sldMk cId="765676221" sldId="264"/>
        </pc:sldMkLst>
        <pc:spChg chg="mod">
          <ac:chgData name="Karthikeyan Nallakamachi" userId="481edc4588b61275" providerId="LiveId" clId="{CA176A5A-472C-45F3-9044-B3158DB0F1A0}" dt="2025-12-05T17:29:16.222" v="89" actId="20577"/>
          <ac:spMkLst>
            <pc:docMk/>
            <pc:sldMk cId="765676221" sldId="264"/>
            <ac:spMk id="2" creationId="{B8D938DE-04A6-FBF9-BA64-F08533B87C50}"/>
          </ac:spMkLst>
        </pc:spChg>
        <pc:spChg chg="add del mod">
          <ac:chgData name="Karthikeyan Nallakamachi" userId="481edc4588b61275" providerId="LiveId" clId="{CA176A5A-472C-45F3-9044-B3158DB0F1A0}" dt="2025-12-05T17:31:31.810" v="111" actId="26606"/>
          <ac:spMkLst>
            <pc:docMk/>
            <pc:sldMk cId="765676221" sldId="264"/>
            <ac:spMk id="3" creationId="{440CDADF-7DB6-672D-D794-E35DA5640AB3}"/>
          </ac:spMkLst>
        </pc:spChg>
        <pc:graphicFrameChg chg="add del">
          <ac:chgData name="Karthikeyan Nallakamachi" userId="481edc4588b61275" providerId="LiveId" clId="{CA176A5A-472C-45F3-9044-B3158DB0F1A0}" dt="2025-12-05T17:31:30.836" v="108" actId="26606"/>
          <ac:graphicFrameMkLst>
            <pc:docMk/>
            <pc:sldMk cId="765676221" sldId="264"/>
            <ac:graphicFrameMk id="7" creationId="{47ABD8AE-3BDD-160D-2CF8-4C9379F76E49}"/>
          </ac:graphicFrameMkLst>
        </pc:graphicFrameChg>
        <pc:graphicFrameChg chg="add del">
          <ac:chgData name="Karthikeyan Nallakamachi" userId="481edc4588b61275" providerId="LiveId" clId="{CA176A5A-472C-45F3-9044-B3158DB0F1A0}" dt="2025-12-05T17:31:31.795" v="110" actId="26606"/>
          <ac:graphicFrameMkLst>
            <pc:docMk/>
            <pc:sldMk cId="765676221" sldId="264"/>
            <ac:graphicFrameMk id="9" creationId="{F1C6D83A-4E8C-ED7F-277F-F987FCB31724}"/>
          </ac:graphicFrameMkLst>
        </pc:graphicFrameChg>
        <pc:graphicFrameChg chg="add">
          <ac:chgData name="Karthikeyan Nallakamachi" userId="481edc4588b61275" providerId="LiveId" clId="{CA176A5A-472C-45F3-9044-B3158DB0F1A0}" dt="2025-12-05T17:31:31.810" v="111" actId="26606"/>
          <ac:graphicFrameMkLst>
            <pc:docMk/>
            <pc:sldMk cId="765676221" sldId="264"/>
            <ac:graphicFrameMk id="11" creationId="{47ABD8AE-3BDD-160D-2CF8-4C9379F76E49}"/>
          </ac:graphicFrameMkLst>
        </pc:graphicFrameChg>
        <pc:picChg chg="add mod">
          <ac:chgData name="Karthikeyan Nallakamachi" userId="481edc4588b61275" providerId="LiveId" clId="{CA176A5A-472C-45F3-9044-B3158DB0F1A0}" dt="2025-12-05T17:31:36.170" v="112" actId="27614"/>
          <ac:picMkLst>
            <pc:docMk/>
            <pc:sldMk cId="765676221" sldId="264"/>
            <ac:picMk id="5" creationId="{0F6CEC28-853B-0BBE-DB02-AC39C390D9F9}"/>
          </ac:picMkLst>
        </pc:picChg>
      </pc:sldChg>
      <pc:sldChg chg="addSp modSp new mod">
        <pc:chgData name="Karthikeyan Nallakamachi" userId="481edc4588b61275" providerId="LiveId" clId="{CA176A5A-472C-45F3-9044-B3158DB0F1A0}" dt="2025-12-05T17:34:29.847" v="126" actId="6549"/>
        <pc:sldMkLst>
          <pc:docMk/>
          <pc:sldMk cId="613639742" sldId="265"/>
        </pc:sldMkLst>
        <pc:spChg chg="mod">
          <ac:chgData name="Karthikeyan Nallakamachi" userId="481edc4588b61275" providerId="LiveId" clId="{CA176A5A-472C-45F3-9044-B3158DB0F1A0}" dt="2025-12-05T17:34:03.822" v="123" actId="20577"/>
          <ac:spMkLst>
            <pc:docMk/>
            <pc:sldMk cId="613639742" sldId="265"/>
            <ac:spMk id="2" creationId="{729AA600-0F9C-F19D-82CA-8D910CF7F95B}"/>
          </ac:spMkLst>
        </pc:spChg>
        <pc:spChg chg="mod">
          <ac:chgData name="Karthikeyan Nallakamachi" userId="481edc4588b61275" providerId="LiveId" clId="{CA176A5A-472C-45F3-9044-B3158DB0F1A0}" dt="2025-12-05T17:34:29.847" v="126" actId="6549"/>
          <ac:spMkLst>
            <pc:docMk/>
            <pc:sldMk cId="613639742" sldId="265"/>
            <ac:spMk id="3" creationId="{B8778CEA-0B5B-7AE4-88C1-BD19DD2703ED}"/>
          </ac:spMkLst>
        </pc:spChg>
        <pc:picChg chg="add mod">
          <ac:chgData name="Karthikeyan Nallakamachi" userId="481edc4588b61275" providerId="LiveId" clId="{CA176A5A-472C-45F3-9044-B3158DB0F1A0}" dt="2025-12-05T17:33:42.170" v="117" actId="1076"/>
          <ac:picMkLst>
            <pc:docMk/>
            <pc:sldMk cId="613639742" sldId="265"/>
            <ac:picMk id="5" creationId="{846C492A-A164-FC55-754F-D7547798C67C}"/>
          </ac:picMkLst>
        </pc:picChg>
      </pc:sldChg>
      <pc:sldChg chg="addSp delSp modSp new mod">
        <pc:chgData name="Karthikeyan Nallakamachi" userId="481edc4588b61275" providerId="LiveId" clId="{CA176A5A-472C-45F3-9044-B3158DB0F1A0}" dt="2025-12-05T17:37:22.283" v="150" actId="20577"/>
        <pc:sldMkLst>
          <pc:docMk/>
          <pc:sldMk cId="1939181135" sldId="266"/>
        </pc:sldMkLst>
        <pc:spChg chg="mod">
          <ac:chgData name="Karthikeyan Nallakamachi" userId="481edc4588b61275" providerId="LiveId" clId="{CA176A5A-472C-45F3-9044-B3158DB0F1A0}" dt="2025-12-05T17:37:22.283" v="150" actId="20577"/>
          <ac:spMkLst>
            <pc:docMk/>
            <pc:sldMk cId="1939181135" sldId="266"/>
            <ac:spMk id="2" creationId="{B345ACC2-D88D-6B3C-6A5F-BA4D48F287F7}"/>
          </ac:spMkLst>
        </pc:spChg>
        <pc:spChg chg="del">
          <ac:chgData name="Karthikeyan Nallakamachi" userId="481edc4588b61275" providerId="LiveId" clId="{CA176A5A-472C-45F3-9044-B3158DB0F1A0}" dt="2025-12-05T17:36:51.689" v="128" actId="22"/>
          <ac:spMkLst>
            <pc:docMk/>
            <pc:sldMk cId="1939181135" sldId="266"/>
            <ac:spMk id="3" creationId="{5C11742A-96D6-BA47-A144-F51870A81FB6}"/>
          </ac:spMkLst>
        </pc:spChg>
        <pc:picChg chg="add mod ord">
          <ac:chgData name="Karthikeyan Nallakamachi" userId="481edc4588b61275" providerId="LiveId" clId="{CA176A5A-472C-45F3-9044-B3158DB0F1A0}" dt="2025-12-05T17:36:51.689" v="128" actId="22"/>
          <ac:picMkLst>
            <pc:docMk/>
            <pc:sldMk cId="1939181135" sldId="266"/>
            <ac:picMk id="5" creationId="{1479D84F-37B5-D955-ACB6-D4A607DAD8E7}"/>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CCC8D8-45B1-44FF-998A-D96A23C0A8C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3097038-A0D1-4229-BAA3-81419004CDAD}">
      <dgm:prSet/>
      <dgm:spPr/>
      <dgm:t>
        <a:bodyPr/>
        <a:lstStyle/>
        <a:p>
          <a:pPr>
            <a:lnSpc>
              <a:spcPct val="100000"/>
            </a:lnSpc>
          </a:pPr>
          <a:r>
            <a:rPr lang="en-US"/>
            <a:t>Computers look at all the words in a sentence at the same time. To stop them from getting confused, we give each token a number that acts like a seat number at a concert, so the computer knows which word comes first, second, or last.</a:t>
          </a:r>
        </a:p>
      </dgm:t>
    </dgm:pt>
    <dgm:pt modelId="{6BE2463A-F43A-487B-AC93-7900847456ED}" type="parTrans" cxnId="{3E84B1C5-A4F9-4B08-96F1-AE5FD9E0AF37}">
      <dgm:prSet/>
      <dgm:spPr/>
      <dgm:t>
        <a:bodyPr/>
        <a:lstStyle/>
        <a:p>
          <a:endParaRPr lang="en-US"/>
        </a:p>
      </dgm:t>
    </dgm:pt>
    <dgm:pt modelId="{BA47942F-4127-4544-89C5-8B5876324733}" type="sibTrans" cxnId="{3E84B1C5-A4F9-4B08-96F1-AE5FD9E0AF37}">
      <dgm:prSet/>
      <dgm:spPr/>
      <dgm:t>
        <a:bodyPr/>
        <a:lstStyle/>
        <a:p>
          <a:endParaRPr lang="en-US"/>
        </a:p>
      </dgm:t>
    </dgm:pt>
    <dgm:pt modelId="{13A8AB59-7EB5-44C2-A6FE-A9D016182E7C}">
      <dgm:prSet/>
      <dgm:spPr/>
      <dgm:t>
        <a:bodyPr/>
        <a:lstStyle/>
        <a:p>
          <a:pPr>
            <a:lnSpc>
              <a:spcPct val="100000"/>
            </a:lnSpc>
          </a:pPr>
          <a:r>
            <a:rPr lang="en-US"/>
            <a:t>Without this, the computer wouldn't know the difference between 'The dog bit Johnny' and 'Johnny bit the dog'.</a:t>
          </a:r>
        </a:p>
      </dgm:t>
    </dgm:pt>
    <dgm:pt modelId="{D6884FD2-B842-4B69-8A18-EDB0F1C41713}" type="parTrans" cxnId="{892006B1-E312-494B-8140-468177509F3C}">
      <dgm:prSet/>
      <dgm:spPr/>
      <dgm:t>
        <a:bodyPr/>
        <a:lstStyle/>
        <a:p>
          <a:endParaRPr lang="en-US"/>
        </a:p>
      </dgm:t>
    </dgm:pt>
    <dgm:pt modelId="{187D5A2A-F4A6-4FAB-B0BE-69B2E6094D09}" type="sibTrans" cxnId="{892006B1-E312-494B-8140-468177509F3C}">
      <dgm:prSet/>
      <dgm:spPr/>
      <dgm:t>
        <a:bodyPr/>
        <a:lstStyle/>
        <a:p>
          <a:endParaRPr lang="en-US"/>
        </a:p>
      </dgm:t>
    </dgm:pt>
    <dgm:pt modelId="{CAAF8487-6136-4A4C-84D7-6C7A011870DB}" type="pres">
      <dgm:prSet presAssocID="{44CCC8D8-45B1-44FF-998A-D96A23C0A8C5}" presName="root" presStyleCnt="0">
        <dgm:presLayoutVars>
          <dgm:dir/>
          <dgm:resizeHandles val="exact"/>
        </dgm:presLayoutVars>
      </dgm:prSet>
      <dgm:spPr/>
    </dgm:pt>
    <dgm:pt modelId="{D5EE0948-BFE3-4F92-9C1E-727F547D81C2}" type="pres">
      <dgm:prSet presAssocID="{C3097038-A0D1-4229-BAA3-81419004CDAD}" presName="compNode" presStyleCnt="0"/>
      <dgm:spPr/>
    </dgm:pt>
    <dgm:pt modelId="{7A88F677-3A59-4911-A473-934320997E2E}" type="pres">
      <dgm:prSet presAssocID="{C3097038-A0D1-4229-BAA3-81419004CDA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Quotes"/>
        </a:ext>
      </dgm:extLst>
    </dgm:pt>
    <dgm:pt modelId="{823D2C98-4A98-4828-BBE0-BBD3C5FACEF4}" type="pres">
      <dgm:prSet presAssocID="{C3097038-A0D1-4229-BAA3-81419004CDAD}" presName="spaceRect" presStyleCnt="0"/>
      <dgm:spPr/>
    </dgm:pt>
    <dgm:pt modelId="{6FF5A694-1764-4AFA-8A0D-5B522C16083F}" type="pres">
      <dgm:prSet presAssocID="{C3097038-A0D1-4229-BAA3-81419004CDAD}" presName="textRect" presStyleLbl="revTx" presStyleIdx="0" presStyleCnt="2">
        <dgm:presLayoutVars>
          <dgm:chMax val="1"/>
          <dgm:chPref val="1"/>
        </dgm:presLayoutVars>
      </dgm:prSet>
      <dgm:spPr/>
    </dgm:pt>
    <dgm:pt modelId="{010806E9-8C3B-4185-8B2E-48E9997A8755}" type="pres">
      <dgm:prSet presAssocID="{BA47942F-4127-4544-89C5-8B5876324733}" presName="sibTrans" presStyleCnt="0"/>
      <dgm:spPr/>
    </dgm:pt>
    <dgm:pt modelId="{3E92CF64-BCFA-4B03-B2C4-CABB4190C9C2}" type="pres">
      <dgm:prSet presAssocID="{13A8AB59-7EB5-44C2-A6FE-A9D016182E7C}" presName="compNode" presStyleCnt="0"/>
      <dgm:spPr/>
    </dgm:pt>
    <dgm:pt modelId="{3976849A-50EB-4AC3-9369-1F2AA5A71C41}" type="pres">
      <dgm:prSet presAssocID="{13A8AB59-7EB5-44C2-A6FE-A9D016182E7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aw Prints"/>
        </a:ext>
      </dgm:extLst>
    </dgm:pt>
    <dgm:pt modelId="{9B239634-4F96-4F66-BFCE-CF899B963076}" type="pres">
      <dgm:prSet presAssocID="{13A8AB59-7EB5-44C2-A6FE-A9D016182E7C}" presName="spaceRect" presStyleCnt="0"/>
      <dgm:spPr/>
    </dgm:pt>
    <dgm:pt modelId="{F9C29304-91F3-451A-900F-4C23CA2DCDC1}" type="pres">
      <dgm:prSet presAssocID="{13A8AB59-7EB5-44C2-A6FE-A9D016182E7C}" presName="textRect" presStyleLbl="revTx" presStyleIdx="1" presStyleCnt="2">
        <dgm:presLayoutVars>
          <dgm:chMax val="1"/>
          <dgm:chPref val="1"/>
        </dgm:presLayoutVars>
      </dgm:prSet>
      <dgm:spPr/>
    </dgm:pt>
  </dgm:ptLst>
  <dgm:cxnLst>
    <dgm:cxn modelId="{5EAF181B-2D7F-4FEA-8ECC-639CF4FD2503}" type="presOf" srcId="{44CCC8D8-45B1-44FF-998A-D96A23C0A8C5}" destId="{CAAF8487-6136-4A4C-84D7-6C7A011870DB}" srcOrd="0" destOrd="0" presId="urn:microsoft.com/office/officeart/2018/2/layout/IconLabelList"/>
    <dgm:cxn modelId="{7F0CD358-7144-4C62-86F9-ADBF71271267}" type="presOf" srcId="{13A8AB59-7EB5-44C2-A6FE-A9D016182E7C}" destId="{F9C29304-91F3-451A-900F-4C23CA2DCDC1}" srcOrd="0" destOrd="0" presId="urn:microsoft.com/office/officeart/2018/2/layout/IconLabelList"/>
    <dgm:cxn modelId="{A7E68F96-BDB7-46A2-B599-833DDAB17FB0}" type="presOf" srcId="{C3097038-A0D1-4229-BAA3-81419004CDAD}" destId="{6FF5A694-1764-4AFA-8A0D-5B522C16083F}" srcOrd="0" destOrd="0" presId="urn:microsoft.com/office/officeart/2018/2/layout/IconLabelList"/>
    <dgm:cxn modelId="{892006B1-E312-494B-8140-468177509F3C}" srcId="{44CCC8D8-45B1-44FF-998A-D96A23C0A8C5}" destId="{13A8AB59-7EB5-44C2-A6FE-A9D016182E7C}" srcOrd="1" destOrd="0" parTransId="{D6884FD2-B842-4B69-8A18-EDB0F1C41713}" sibTransId="{187D5A2A-F4A6-4FAB-B0BE-69B2E6094D09}"/>
    <dgm:cxn modelId="{3E84B1C5-A4F9-4B08-96F1-AE5FD9E0AF37}" srcId="{44CCC8D8-45B1-44FF-998A-D96A23C0A8C5}" destId="{C3097038-A0D1-4229-BAA3-81419004CDAD}" srcOrd="0" destOrd="0" parTransId="{6BE2463A-F43A-487B-AC93-7900847456ED}" sibTransId="{BA47942F-4127-4544-89C5-8B5876324733}"/>
    <dgm:cxn modelId="{493213EA-49B8-45FA-8562-CF8D0AD51A08}" type="presParOf" srcId="{CAAF8487-6136-4A4C-84D7-6C7A011870DB}" destId="{D5EE0948-BFE3-4F92-9C1E-727F547D81C2}" srcOrd="0" destOrd="0" presId="urn:microsoft.com/office/officeart/2018/2/layout/IconLabelList"/>
    <dgm:cxn modelId="{AFFE3AC1-2CED-466F-9A04-7D786CF23F5E}" type="presParOf" srcId="{D5EE0948-BFE3-4F92-9C1E-727F547D81C2}" destId="{7A88F677-3A59-4911-A473-934320997E2E}" srcOrd="0" destOrd="0" presId="urn:microsoft.com/office/officeart/2018/2/layout/IconLabelList"/>
    <dgm:cxn modelId="{178AAFCF-D9E2-49E6-965C-47FE00D4AF64}" type="presParOf" srcId="{D5EE0948-BFE3-4F92-9C1E-727F547D81C2}" destId="{823D2C98-4A98-4828-BBE0-BBD3C5FACEF4}" srcOrd="1" destOrd="0" presId="urn:microsoft.com/office/officeart/2018/2/layout/IconLabelList"/>
    <dgm:cxn modelId="{EFC2F4D8-68F7-4865-8DF0-3FE8A5F58B53}" type="presParOf" srcId="{D5EE0948-BFE3-4F92-9C1E-727F547D81C2}" destId="{6FF5A694-1764-4AFA-8A0D-5B522C16083F}" srcOrd="2" destOrd="0" presId="urn:microsoft.com/office/officeart/2018/2/layout/IconLabelList"/>
    <dgm:cxn modelId="{E5EECD09-FD16-486A-9662-A72C91F7A8F7}" type="presParOf" srcId="{CAAF8487-6136-4A4C-84D7-6C7A011870DB}" destId="{010806E9-8C3B-4185-8B2E-48E9997A8755}" srcOrd="1" destOrd="0" presId="urn:microsoft.com/office/officeart/2018/2/layout/IconLabelList"/>
    <dgm:cxn modelId="{C0FD58BE-0C44-4ACC-BA66-E141D066DF8C}" type="presParOf" srcId="{CAAF8487-6136-4A4C-84D7-6C7A011870DB}" destId="{3E92CF64-BCFA-4B03-B2C4-CABB4190C9C2}" srcOrd="2" destOrd="0" presId="urn:microsoft.com/office/officeart/2018/2/layout/IconLabelList"/>
    <dgm:cxn modelId="{B9E72ABB-9935-43ED-8C73-BE78715E790A}" type="presParOf" srcId="{3E92CF64-BCFA-4B03-B2C4-CABB4190C9C2}" destId="{3976849A-50EB-4AC3-9369-1F2AA5A71C41}" srcOrd="0" destOrd="0" presId="urn:microsoft.com/office/officeart/2018/2/layout/IconLabelList"/>
    <dgm:cxn modelId="{7DF2B74E-09AC-4D3B-8020-D6338448FB6C}" type="presParOf" srcId="{3E92CF64-BCFA-4B03-B2C4-CABB4190C9C2}" destId="{9B239634-4F96-4F66-BFCE-CF899B963076}" srcOrd="1" destOrd="0" presId="urn:microsoft.com/office/officeart/2018/2/layout/IconLabelList"/>
    <dgm:cxn modelId="{E7329EC1-C4D6-4034-9AA1-C10689B4A29F}" type="presParOf" srcId="{3E92CF64-BCFA-4B03-B2C4-CABB4190C9C2}" destId="{F9C29304-91F3-451A-900F-4C23CA2DCDC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7A94B2-3A3B-4782-A936-B54F0C4B961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6FB2455-4DC3-47A9-8117-BA34357E59F6}">
      <dgm:prSet/>
      <dgm:spPr/>
      <dgm:t>
        <a:bodyPr/>
        <a:lstStyle/>
        <a:p>
          <a:pPr>
            <a:lnSpc>
              <a:spcPct val="100000"/>
            </a:lnSpc>
          </a:pPr>
          <a:r>
            <a:rPr lang="en-US"/>
            <a:t>This is the 'brain' power of the model. When the computer reads a word, it shines a 'spotlight' on other related words in the sentence to understand the meaning. It decides which words are friends and should be paid attention to.</a:t>
          </a:r>
        </a:p>
      </dgm:t>
    </dgm:pt>
    <dgm:pt modelId="{6421D480-3626-4853-AD44-459FD25206E5}" type="parTrans" cxnId="{EE7E8467-45E5-44AA-BF36-B4031F1DC2F8}">
      <dgm:prSet/>
      <dgm:spPr/>
      <dgm:t>
        <a:bodyPr/>
        <a:lstStyle/>
        <a:p>
          <a:endParaRPr lang="en-US"/>
        </a:p>
      </dgm:t>
    </dgm:pt>
    <dgm:pt modelId="{541C5134-0B3E-46B1-BC3D-E5AF6751D0F4}" type="sibTrans" cxnId="{EE7E8467-45E5-44AA-BF36-B4031F1DC2F8}">
      <dgm:prSet/>
      <dgm:spPr/>
      <dgm:t>
        <a:bodyPr/>
        <a:lstStyle/>
        <a:p>
          <a:endParaRPr lang="en-US"/>
        </a:p>
      </dgm:t>
    </dgm:pt>
    <dgm:pt modelId="{9355AE80-64C8-4036-9401-0D58BD378303}">
      <dgm:prSet/>
      <dgm:spPr/>
      <dgm:t>
        <a:bodyPr/>
        <a:lstStyle/>
        <a:p>
          <a:pPr>
            <a:lnSpc>
              <a:spcPct val="100000"/>
            </a:lnSpc>
          </a:pPr>
          <a:r>
            <a:rPr lang="en-US"/>
            <a:t>For example: In the sentence 'The bank is by the river', the computer focuses on the word 'river' to know that 'bank' means the ground by the water, not a place for money.</a:t>
          </a:r>
        </a:p>
      </dgm:t>
    </dgm:pt>
    <dgm:pt modelId="{EEF8FBF1-53BD-47EE-8FE9-AC0D094219EA}" type="parTrans" cxnId="{2AAD4953-AEC3-4549-B5E2-5E4D20C9B3C8}">
      <dgm:prSet/>
      <dgm:spPr/>
      <dgm:t>
        <a:bodyPr/>
        <a:lstStyle/>
        <a:p>
          <a:endParaRPr lang="en-US"/>
        </a:p>
      </dgm:t>
    </dgm:pt>
    <dgm:pt modelId="{F1428708-F472-4F01-B3A5-3352B8BA62FC}" type="sibTrans" cxnId="{2AAD4953-AEC3-4549-B5E2-5E4D20C9B3C8}">
      <dgm:prSet/>
      <dgm:spPr/>
      <dgm:t>
        <a:bodyPr/>
        <a:lstStyle/>
        <a:p>
          <a:endParaRPr lang="en-US"/>
        </a:p>
      </dgm:t>
    </dgm:pt>
    <dgm:pt modelId="{A1340426-C1A7-4E43-95D1-DEFCD3D6084B}" type="pres">
      <dgm:prSet presAssocID="{AB7A94B2-3A3B-4782-A936-B54F0C4B9617}" presName="root" presStyleCnt="0">
        <dgm:presLayoutVars>
          <dgm:dir/>
          <dgm:resizeHandles val="exact"/>
        </dgm:presLayoutVars>
      </dgm:prSet>
      <dgm:spPr/>
    </dgm:pt>
    <dgm:pt modelId="{2F34C7F0-DFFD-489B-80AA-C824BBE607FB}" type="pres">
      <dgm:prSet presAssocID="{56FB2455-4DC3-47A9-8117-BA34357E59F6}" presName="compNode" presStyleCnt="0"/>
      <dgm:spPr/>
    </dgm:pt>
    <dgm:pt modelId="{B651504A-1296-4B5D-BC01-04801CE71AF2}" type="pres">
      <dgm:prSet presAssocID="{56FB2455-4DC3-47A9-8117-BA34357E59F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in in head"/>
        </a:ext>
      </dgm:extLst>
    </dgm:pt>
    <dgm:pt modelId="{4F0B584F-177C-4B52-A786-7F8333BCBABF}" type="pres">
      <dgm:prSet presAssocID="{56FB2455-4DC3-47A9-8117-BA34357E59F6}" presName="spaceRect" presStyleCnt="0"/>
      <dgm:spPr/>
    </dgm:pt>
    <dgm:pt modelId="{2C826F39-3787-40FF-A89A-4A23902C9AB7}" type="pres">
      <dgm:prSet presAssocID="{56FB2455-4DC3-47A9-8117-BA34357E59F6}" presName="textRect" presStyleLbl="revTx" presStyleIdx="0" presStyleCnt="2">
        <dgm:presLayoutVars>
          <dgm:chMax val="1"/>
          <dgm:chPref val="1"/>
        </dgm:presLayoutVars>
      </dgm:prSet>
      <dgm:spPr/>
    </dgm:pt>
    <dgm:pt modelId="{141E2C96-79EA-44DE-9063-C4903278E5F7}" type="pres">
      <dgm:prSet presAssocID="{541C5134-0B3E-46B1-BC3D-E5AF6751D0F4}" presName="sibTrans" presStyleCnt="0"/>
      <dgm:spPr/>
    </dgm:pt>
    <dgm:pt modelId="{1BBCD678-F3F1-4476-AF03-246DC8B82A2E}" type="pres">
      <dgm:prSet presAssocID="{9355AE80-64C8-4036-9401-0D58BD378303}" presName="compNode" presStyleCnt="0"/>
      <dgm:spPr/>
    </dgm:pt>
    <dgm:pt modelId="{BB1D15D2-D2B6-490D-AE1C-89A4721ACAF7}" type="pres">
      <dgm:prSet presAssocID="{9355AE80-64C8-4036-9401-0D58BD37830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nk"/>
        </a:ext>
      </dgm:extLst>
    </dgm:pt>
    <dgm:pt modelId="{11A60362-F6CA-4BE3-8CAB-F44B89E7B551}" type="pres">
      <dgm:prSet presAssocID="{9355AE80-64C8-4036-9401-0D58BD378303}" presName="spaceRect" presStyleCnt="0"/>
      <dgm:spPr/>
    </dgm:pt>
    <dgm:pt modelId="{F372F000-6E3D-4968-8623-4C444A041586}" type="pres">
      <dgm:prSet presAssocID="{9355AE80-64C8-4036-9401-0D58BD378303}" presName="textRect" presStyleLbl="revTx" presStyleIdx="1" presStyleCnt="2">
        <dgm:presLayoutVars>
          <dgm:chMax val="1"/>
          <dgm:chPref val="1"/>
        </dgm:presLayoutVars>
      </dgm:prSet>
      <dgm:spPr/>
    </dgm:pt>
  </dgm:ptLst>
  <dgm:cxnLst>
    <dgm:cxn modelId="{EDCD155C-EDBC-45D2-A9F0-00D7BFC25385}" type="presOf" srcId="{56FB2455-4DC3-47A9-8117-BA34357E59F6}" destId="{2C826F39-3787-40FF-A89A-4A23902C9AB7}" srcOrd="0" destOrd="0" presId="urn:microsoft.com/office/officeart/2018/2/layout/IconLabelList"/>
    <dgm:cxn modelId="{EE7E8467-45E5-44AA-BF36-B4031F1DC2F8}" srcId="{AB7A94B2-3A3B-4782-A936-B54F0C4B9617}" destId="{56FB2455-4DC3-47A9-8117-BA34357E59F6}" srcOrd="0" destOrd="0" parTransId="{6421D480-3626-4853-AD44-459FD25206E5}" sibTransId="{541C5134-0B3E-46B1-BC3D-E5AF6751D0F4}"/>
    <dgm:cxn modelId="{21FBAE4B-769F-4281-8B5C-7FB8DC4F5F19}" type="presOf" srcId="{9355AE80-64C8-4036-9401-0D58BD378303}" destId="{F372F000-6E3D-4968-8623-4C444A041586}" srcOrd="0" destOrd="0" presId="urn:microsoft.com/office/officeart/2018/2/layout/IconLabelList"/>
    <dgm:cxn modelId="{2AAD4953-AEC3-4549-B5E2-5E4D20C9B3C8}" srcId="{AB7A94B2-3A3B-4782-A936-B54F0C4B9617}" destId="{9355AE80-64C8-4036-9401-0D58BD378303}" srcOrd="1" destOrd="0" parTransId="{EEF8FBF1-53BD-47EE-8FE9-AC0D094219EA}" sibTransId="{F1428708-F472-4F01-B3A5-3352B8BA62FC}"/>
    <dgm:cxn modelId="{D44DBAA3-8FD7-4053-B5E7-158A8D32950F}" type="presOf" srcId="{AB7A94B2-3A3B-4782-A936-B54F0C4B9617}" destId="{A1340426-C1A7-4E43-95D1-DEFCD3D6084B}" srcOrd="0" destOrd="0" presId="urn:microsoft.com/office/officeart/2018/2/layout/IconLabelList"/>
    <dgm:cxn modelId="{AFA43732-C9CE-49F4-896A-909D6CE79FFA}" type="presParOf" srcId="{A1340426-C1A7-4E43-95D1-DEFCD3D6084B}" destId="{2F34C7F0-DFFD-489B-80AA-C824BBE607FB}" srcOrd="0" destOrd="0" presId="urn:microsoft.com/office/officeart/2018/2/layout/IconLabelList"/>
    <dgm:cxn modelId="{1B40730F-E1D9-45D2-B5B8-34509B3C02B2}" type="presParOf" srcId="{2F34C7F0-DFFD-489B-80AA-C824BBE607FB}" destId="{B651504A-1296-4B5D-BC01-04801CE71AF2}" srcOrd="0" destOrd="0" presId="urn:microsoft.com/office/officeart/2018/2/layout/IconLabelList"/>
    <dgm:cxn modelId="{E257B52B-B86E-4E2D-B45A-A6A3E4E6E55A}" type="presParOf" srcId="{2F34C7F0-DFFD-489B-80AA-C824BBE607FB}" destId="{4F0B584F-177C-4B52-A786-7F8333BCBABF}" srcOrd="1" destOrd="0" presId="urn:microsoft.com/office/officeart/2018/2/layout/IconLabelList"/>
    <dgm:cxn modelId="{07C7133A-2912-4C49-8FDE-1577228477A3}" type="presParOf" srcId="{2F34C7F0-DFFD-489B-80AA-C824BBE607FB}" destId="{2C826F39-3787-40FF-A89A-4A23902C9AB7}" srcOrd="2" destOrd="0" presId="urn:microsoft.com/office/officeart/2018/2/layout/IconLabelList"/>
    <dgm:cxn modelId="{718536E2-EA58-40B5-BAAF-15574E1E782F}" type="presParOf" srcId="{A1340426-C1A7-4E43-95D1-DEFCD3D6084B}" destId="{141E2C96-79EA-44DE-9063-C4903278E5F7}" srcOrd="1" destOrd="0" presId="urn:microsoft.com/office/officeart/2018/2/layout/IconLabelList"/>
    <dgm:cxn modelId="{0C63D4B1-AD18-4E99-B83D-B26768E99381}" type="presParOf" srcId="{A1340426-C1A7-4E43-95D1-DEFCD3D6084B}" destId="{1BBCD678-F3F1-4476-AF03-246DC8B82A2E}" srcOrd="2" destOrd="0" presId="urn:microsoft.com/office/officeart/2018/2/layout/IconLabelList"/>
    <dgm:cxn modelId="{0B553732-0089-4E61-A3C8-DBC2C18033FC}" type="presParOf" srcId="{1BBCD678-F3F1-4476-AF03-246DC8B82A2E}" destId="{BB1D15D2-D2B6-490D-AE1C-89A4721ACAF7}" srcOrd="0" destOrd="0" presId="urn:microsoft.com/office/officeart/2018/2/layout/IconLabelList"/>
    <dgm:cxn modelId="{55137149-1A06-433E-88BA-58911B1B5544}" type="presParOf" srcId="{1BBCD678-F3F1-4476-AF03-246DC8B82A2E}" destId="{11A60362-F6CA-4BE3-8CAB-F44B89E7B551}" srcOrd="1" destOrd="0" presId="urn:microsoft.com/office/officeart/2018/2/layout/IconLabelList"/>
    <dgm:cxn modelId="{32102D13-2697-4008-826D-1174B0FC7626}" type="presParOf" srcId="{1BBCD678-F3F1-4476-AF03-246DC8B82A2E}" destId="{F372F000-6E3D-4968-8623-4C444A04158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88F677-3A59-4911-A473-934320997E2E}">
      <dsp:nvSpPr>
        <dsp:cNvPr id="0" name=""/>
        <dsp:cNvSpPr/>
      </dsp:nvSpPr>
      <dsp:spPr>
        <a:xfrm>
          <a:off x="1747800" y="6085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F5A694-1764-4AFA-8A0D-5B522C16083F}">
      <dsp:nvSpPr>
        <dsp:cNvPr id="0" name=""/>
        <dsp:cNvSpPr/>
      </dsp:nvSpPr>
      <dsp:spPr>
        <a:xfrm>
          <a:off x="559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Computers look at all the words in a sentence at the same time. To stop them from getting confused, we give each token a number that acts like a seat number at a concert, so the computer knows which word comes first, second, or last.</a:t>
          </a:r>
        </a:p>
      </dsp:txBody>
      <dsp:txXfrm>
        <a:off x="559800" y="3022743"/>
        <a:ext cx="4320000" cy="720000"/>
      </dsp:txXfrm>
    </dsp:sp>
    <dsp:sp modelId="{3976849A-50EB-4AC3-9369-1F2AA5A71C41}">
      <dsp:nvSpPr>
        <dsp:cNvPr id="0" name=""/>
        <dsp:cNvSpPr/>
      </dsp:nvSpPr>
      <dsp:spPr>
        <a:xfrm>
          <a:off x="6823800" y="6085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C29304-91F3-451A-900F-4C23CA2DCDC1}">
      <dsp:nvSpPr>
        <dsp:cNvPr id="0" name=""/>
        <dsp:cNvSpPr/>
      </dsp:nvSpPr>
      <dsp:spPr>
        <a:xfrm>
          <a:off x="5635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Without this, the computer wouldn't know the difference between 'The dog bit Johnny' and 'Johnny bit the dog'.</a:t>
          </a:r>
        </a:p>
      </dsp:txBody>
      <dsp:txXfrm>
        <a:off x="5635800" y="3022743"/>
        <a:ext cx="432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1504A-1296-4B5D-BC01-04801CE71AF2}">
      <dsp:nvSpPr>
        <dsp:cNvPr id="0" name=""/>
        <dsp:cNvSpPr/>
      </dsp:nvSpPr>
      <dsp:spPr>
        <a:xfrm>
          <a:off x="860554" y="798460"/>
          <a:ext cx="1306125" cy="1306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826F39-3787-40FF-A89A-4A23902C9AB7}">
      <dsp:nvSpPr>
        <dsp:cNvPr id="0" name=""/>
        <dsp:cNvSpPr/>
      </dsp:nvSpPr>
      <dsp:spPr>
        <a:xfrm>
          <a:off x="62366" y="2517877"/>
          <a:ext cx="29025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This is the 'brain' power of the model. When the computer reads a word, it shines a 'spotlight' on other related words in the sentence to understand the meaning. It decides which words are friends and should be paid attention to.</a:t>
          </a:r>
        </a:p>
      </dsp:txBody>
      <dsp:txXfrm>
        <a:off x="62366" y="2517877"/>
        <a:ext cx="2902500" cy="1035000"/>
      </dsp:txXfrm>
    </dsp:sp>
    <dsp:sp modelId="{BB1D15D2-D2B6-490D-AE1C-89A4721ACAF7}">
      <dsp:nvSpPr>
        <dsp:cNvPr id="0" name=""/>
        <dsp:cNvSpPr/>
      </dsp:nvSpPr>
      <dsp:spPr>
        <a:xfrm>
          <a:off x="4270991" y="798460"/>
          <a:ext cx="1306125" cy="1306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72F000-6E3D-4968-8623-4C444A041586}">
      <dsp:nvSpPr>
        <dsp:cNvPr id="0" name=""/>
        <dsp:cNvSpPr/>
      </dsp:nvSpPr>
      <dsp:spPr>
        <a:xfrm>
          <a:off x="3472804" y="2517877"/>
          <a:ext cx="29025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For example: In the sentence 'The bank is by the river', the computer focuses on the word 'river' to know that 'bank' means the ground by the water, not a place for money.</a:t>
          </a:r>
        </a:p>
      </dsp:txBody>
      <dsp:txXfrm>
        <a:off x="3472804" y="2517877"/>
        <a:ext cx="2902500" cy="103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901B1-3ED9-9CE9-B365-D75FF783B1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6CCB19-CD0A-BFC4-F154-A5A7D4975F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0EC508-F599-60EE-D705-3EAA767F7BE6}"/>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5" name="Footer Placeholder 4">
            <a:extLst>
              <a:ext uri="{FF2B5EF4-FFF2-40B4-BE49-F238E27FC236}">
                <a16:creationId xmlns:a16="http://schemas.microsoft.com/office/drawing/2014/main" id="{EFF7695C-D05A-82E4-60D9-0155FC7140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47448F-E7B7-FE61-6104-2142A86E8AD1}"/>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992993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6E98E-8AB8-01D9-320C-46599EB6D9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11A569-A5B2-10B5-0D44-061060E1A2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DA740C-00EF-53CD-2F8E-D5322562BEF0}"/>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5" name="Footer Placeholder 4">
            <a:extLst>
              <a:ext uri="{FF2B5EF4-FFF2-40B4-BE49-F238E27FC236}">
                <a16:creationId xmlns:a16="http://schemas.microsoft.com/office/drawing/2014/main" id="{AC5F66D9-01F6-D6F7-0ABF-28E3B95EF2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746414-EAEB-2012-58B3-20F4E6D4DC13}"/>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10847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DFA76-69E7-AE66-F3D5-00AF5D447C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0F19CB-D2FE-547B-591A-97F8DFF1F3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E51C4E-898F-D12B-9CBA-C24E6BA73DC6}"/>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5" name="Footer Placeholder 4">
            <a:extLst>
              <a:ext uri="{FF2B5EF4-FFF2-40B4-BE49-F238E27FC236}">
                <a16:creationId xmlns:a16="http://schemas.microsoft.com/office/drawing/2014/main" id="{CC7CCA35-C0C8-75F7-CD60-9DBBF94F17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600A38-F8A6-E7FD-1791-4135A6E097D0}"/>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2676864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544B-A55E-93F7-117C-ECF0E22F2C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C18957-DAF2-D3BC-7E37-86D524D408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E8A979-0919-BA41-ADE3-CFB1BAAC5A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08D667-2E21-3702-25AF-27F9CEF57F42}"/>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6" name="Footer Placeholder 5">
            <a:extLst>
              <a:ext uri="{FF2B5EF4-FFF2-40B4-BE49-F238E27FC236}">
                <a16:creationId xmlns:a16="http://schemas.microsoft.com/office/drawing/2014/main" id="{FC0C3E7D-583F-DA34-515B-F539391008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7F53DB-633E-1DBB-F7BD-EAE739E5FB73}"/>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1450174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AD06C-4F53-40BA-96A2-217C585779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B8A563-CBBF-F196-846A-26C1CE9CF5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EA3610-6969-816A-729E-11346D2D5A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2CABC7-4659-342B-6909-148F6C0BAB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B38545-A978-59E1-A91F-8C2BA7C220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E90831-2745-B60F-78CE-68FB9DFACBB5}"/>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8" name="Footer Placeholder 7">
            <a:extLst>
              <a:ext uri="{FF2B5EF4-FFF2-40B4-BE49-F238E27FC236}">
                <a16:creationId xmlns:a16="http://schemas.microsoft.com/office/drawing/2014/main" id="{6649F87F-F00A-80CC-D111-280A8D1F5B2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190BD5-01F0-2A31-CB72-A168A5E43116}"/>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2663882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2D3F-407F-0DD7-8A8E-D3C7DE7657C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6633705-B5E2-C007-5616-495B3DA33459}"/>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4" name="Footer Placeholder 3">
            <a:extLst>
              <a:ext uri="{FF2B5EF4-FFF2-40B4-BE49-F238E27FC236}">
                <a16:creationId xmlns:a16="http://schemas.microsoft.com/office/drawing/2014/main" id="{186DA212-598B-D36F-4B48-5F898D1F89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715201-D0C9-CCC7-BD9A-EC28B17DA45E}"/>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3345665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8C6FEB-5482-D6C6-9864-4DC86A439954}"/>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3" name="Footer Placeholder 2">
            <a:extLst>
              <a:ext uri="{FF2B5EF4-FFF2-40B4-BE49-F238E27FC236}">
                <a16:creationId xmlns:a16="http://schemas.microsoft.com/office/drawing/2014/main" id="{64655B78-892D-0E0C-CDFC-0C380E3BD0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F7A9F2-3A25-83BC-4DD4-6100CDDC1CC5}"/>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3275317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DA48F-23D8-43F7-53F7-9135A0699E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06B0B7-5D41-7235-97CE-DE315ED7D2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B159E5-A6BA-FDFA-1781-5AA5AD3101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E31F5B-20EE-1FBD-1170-38C261E5F986}"/>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6" name="Footer Placeholder 5">
            <a:extLst>
              <a:ext uri="{FF2B5EF4-FFF2-40B4-BE49-F238E27FC236}">
                <a16:creationId xmlns:a16="http://schemas.microsoft.com/office/drawing/2014/main" id="{D209C889-A730-A44B-5E0B-962B96C5BA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74077E-123B-688A-F36F-CAE763B9AC03}"/>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3063655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5F17C-770B-1FC3-AF66-B864D60E8C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FB9980-A0D6-BBBA-E12F-C43077225B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7F639C-B948-2047-A60E-AD2982317F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F9B1F7-8007-481F-5047-ABAEED683C64}"/>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6" name="Footer Placeholder 5">
            <a:extLst>
              <a:ext uri="{FF2B5EF4-FFF2-40B4-BE49-F238E27FC236}">
                <a16:creationId xmlns:a16="http://schemas.microsoft.com/office/drawing/2014/main" id="{42281838-779D-E554-B0EF-16539047F8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31FA54-4ACA-48BD-CAC5-041124815532}"/>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2250138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907B2-4FB7-0D59-BFF3-F3F93FAB7C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3A092B-6226-E71F-751F-4B0147D09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06BC11-0DD4-767B-1C45-6D4D1ECCF854}"/>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5" name="Footer Placeholder 4">
            <a:extLst>
              <a:ext uri="{FF2B5EF4-FFF2-40B4-BE49-F238E27FC236}">
                <a16:creationId xmlns:a16="http://schemas.microsoft.com/office/drawing/2014/main" id="{E2B5EA38-94C4-5F63-5679-AAE47DAE6A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738246-4425-E2B4-9D3B-03D35E320D37}"/>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2842775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DE5B1A-692B-EE8A-3DBF-CB00131A8A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F085DA-10C2-7676-2F8A-9F6BB2BFE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1DFD1C-B2F6-7864-6837-40586EC663EA}"/>
              </a:ext>
            </a:extLst>
          </p:cNvPr>
          <p:cNvSpPr>
            <a:spLocks noGrp="1"/>
          </p:cNvSpPr>
          <p:nvPr>
            <p:ph type="dt" sz="half" idx="10"/>
          </p:nvPr>
        </p:nvSpPr>
        <p:spPr/>
        <p:txBody>
          <a:bodyPr/>
          <a:lstStyle/>
          <a:p>
            <a:fld id="{154FEA47-BA04-4511-B3B7-C4CACAA21C7D}" type="datetimeFigureOut">
              <a:rPr lang="en-IN" smtClean="0"/>
              <a:t>03-12-2025</a:t>
            </a:fld>
            <a:endParaRPr lang="en-IN"/>
          </a:p>
        </p:txBody>
      </p:sp>
      <p:sp>
        <p:nvSpPr>
          <p:cNvPr id="5" name="Footer Placeholder 4">
            <a:extLst>
              <a:ext uri="{FF2B5EF4-FFF2-40B4-BE49-F238E27FC236}">
                <a16:creationId xmlns:a16="http://schemas.microsoft.com/office/drawing/2014/main" id="{04C819B0-D107-ABEF-8354-00887162A2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A997B5-F7AD-D717-918F-D33D0570127B}"/>
              </a:ext>
            </a:extLst>
          </p:cNvPr>
          <p:cNvSpPr>
            <a:spLocks noGrp="1"/>
          </p:cNvSpPr>
          <p:nvPr>
            <p:ph type="sldNum" sz="quarter" idx="12"/>
          </p:nvPr>
        </p:nvSpPr>
        <p:spPr/>
        <p:txBody>
          <a:bodyPr/>
          <a:lstStyle/>
          <a:p>
            <a:fld id="{50D7F1F5-66F4-40D6-9AF4-09D65E85D22F}" type="slidenum">
              <a:rPr lang="en-IN" smtClean="0"/>
              <a:t>‹#›</a:t>
            </a:fld>
            <a:endParaRPr lang="en-IN"/>
          </a:p>
        </p:txBody>
      </p:sp>
    </p:spTree>
    <p:extLst>
      <p:ext uri="{BB962C8B-B14F-4D97-AF65-F5344CB8AC3E}">
        <p14:creationId xmlns:p14="http://schemas.microsoft.com/office/powerpoint/2010/main" val="1820666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BC0FC1-F3CE-D43A-13E7-E2342AEBD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FF1ABB-3784-8264-E6F7-A18C728B3F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C17879-3EE8-0485-7B2A-BB066EA67B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4FEA47-BA04-4511-B3B7-C4CACAA21C7D}" type="datetimeFigureOut">
              <a:rPr lang="en-IN" smtClean="0"/>
              <a:t>03-12-2025</a:t>
            </a:fld>
            <a:endParaRPr lang="en-IN"/>
          </a:p>
        </p:txBody>
      </p:sp>
      <p:sp>
        <p:nvSpPr>
          <p:cNvPr id="5" name="Footer Placeholder 4">
            <a:extLst>
              <a:ext uri="{FF2B5EF4-FFF2-40B4-BE49-F238E27FC236}">
                <a16:creationId xmlns:a16="http://schemas.microsoft.com/office/drawing/2014/main" id="{0BDD8045-2CEC-A472-5F23-87D8A958E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8DD1210-F5AF-4EDB-41C8-63EB4E3097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D7F1F5-66F4-40D6-9AF4-09D65E85D22F}" type="slidenum">
              <a:rPr lang="en-IN" smtClean="0"/>
              <a:t>‹#›</a:t>
            </a:fld>
            <a:endParaRPr lang="en-IN"/>
          </a:p>
        </p:txBody>
      </p:sp>
    </p:spTree>
    <p:extLst>
      <p:ext uri="{BB962C8B-B14F-4D97-AF65-F5344CB8AC3E}">
        <p14:creationId xmlns:p14="http://schemas.microsoft.com/office/powerpoint/2010/main" val="3246812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7C267-B21A-4D85-AF2A-883FEDA7447E}"/>
              </a:ext>
            </a:extLst>
          </p:cNvPr>
          <p:cNvSpPr>
            <a:spLocks noGrp="1"/>
          </p:cNvSpPr>
          <p:nvPr>
            <p:ph type="ctrTitle"/>
          </p:nvPr>
        </p:nvSpPr>
        <p:spPr/>
        <p:txBody>
          <a:bodyPr/>
          <a:lstStyle/>
          <a:p>
            <a:r>
              <a:rPr lang="en-US" dirty="0"/>
              <a:t>Comprehensive Overview of Large Language Models</a:t>
            </a:r>
            <a:endParaRPr lang="en-IN" dirty="0"/>
          </a:p>
        </p:txBody>
      </p:sp>
      <p:sp>
        <p:nvSpPr>
          <p:cNvPr id="3" name="Subtitle 2">
            <a:extLst>
              <a:ext uri="{FF2B5EF4-FFF2-40B4-BE49-F238E27FC236}">
                <a16:creationId xmlns:a16="http://schemas.microsoft.com/office/drawing/2014/main" id="{196824F6-4D11-B224-5491-CEB51FA1C09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2542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21B63-1D7C-4A2E-92A7-8B60D98BBB4D}"/>
              </a:ext>
            </a:extLst>
          </p:cNvPr>
          <p:cNvSpPr>
            <a:spLocks noGrp="1"/>
          </p:cNvSpPr>
          <p:nvPr>
            <p:ph type="title"/>
          </p:nvPr>
        </p:nvSpPr>
        <p:spPr/>
        <p:txBody>
          <a:bodyPr/>
          <a:lstStyle/>
          <a:p>
            <a:r>
              <a:rPr lang="en-US" dirty="0"/>
              <a:t>What is a Large Language Model (LLM)?</a:t>
            </a:r>
            <a:endParaRPr lang="en-IN" dirty="0"/>
          </a:p>
        </p:txBody>
      </p:sp>
      <p:pic>
        <p:nvPicPr>
          <p:cNvPr id="5" name="Content Placeholder 4">
            <a:extLst>
              <a:ext uri="{FF2B5EF4-FFF2-40B4-BE49-F238E27FC236}">
                <a16:creationId xmlns:a16="http://schemas.microsoft.com/office/drawing/2014/main" id="{BB2AEA90-E6E0-9CE1-5371-B87BC2367DCB}"/>
              </a:ext>
            </a:extLst>
          </p:cNvPr>
          <p:cNvPicPr>
            <a:picLocks noGrp="1" noChangeAspect="1"/>
          </p:cNvPicPr>
          <p:nvPr>
            <p:ph idx="1"/>
          </p:nvPr>
        </p:nvPicPr>
        <p:blipFill>
          <a:blip r:embed="rId2"/>
          <a:stretch>
            <a:fillRect/>
          </a:stretch>
        </p:blipFill>
        <p:spPr>
          <a:xfrm>
            <a:off x="838200" y="2012438"/>
            <a:ext cx="4240397" cy="4351338"/>
          </a:xfrm>
          <a:prstGeom prst="rect">
            <a:avLst/>
          </a:prstGeom>
        </p:spPr>
      </p:pic>
      <p:sp>
        <p:nvSpPr>
          <p:cNvPr id="7" name="TextBox 6">
            <a:extLst>
              <a:ext uri="{FF2B5EF4-FFF2-40B4-BE49-F238E27FC236}">
                <a16:creationId xmlns:a16="http://schemas.microsoft.com/office/drawing/2014/main" id="{A6B7D7C4-7762-7255-5DA3-99E9EE21A7F9}"/>
              </a:ext>
            </a:extLst>
          </p:cNvPr>
          <p:cNvSpPr txBox="1"/>
          <p:nvPr/>
        </p:nvSpPr>
        <p:spPr>
          <a:xfrm>
            <a:off x="5257800" y="2020926"/>
            <a:ext cx="6096000" cy="2031325"/>
          </a:xfrm>
          <a:prstGeom prst="rect">
            <a:avLst/>
          </a:prstGeom>
          <a:noFill/>
        </p:spPr>
        <p:txBody>
          <a:bodyPr wrap="square">
            <a:spAutoFit/>
          </a:bodyPr>
          <a:lstStyle/>
          <a:p>
            <a:r>
              <a:rPr lang="en-US" dirty="0"/>
              <a:t>Imagine a computer program that has read almost every book, website, and article in the world. An LLM is a type of Artificial Intelligence (AI) trained on massive amounts of text to understand and generate human language. It's not actually 'thinking' like you do; it's a giant pattern-matching machine.</a:t>
            </a:r>
          </a:p>
          <a:p>
            <a:endParaRPr lang="en-US" dirty="0"/>
          </a:p>
        </p:txBody>
      </p:sp>
      <p:sp>
        <p:nvSpPr>
          <p:cNvPr id="9" name="TextBox 8">
            <a:extLst>
              <a:ext uri="{FF2B5EF4-FFF2-40B4-BE49-F238E27FC236}">
                <a16:creationId xmlns:a16="http://schemas.microsoft.com/office/drawing/2014/main" id="{DB462342-9F16-ADC7-72C4-F04EAD4F99BF}"/>
              </a:ext>
            </a:extLst>
          </p:cNvPr>
          <p:cNvSpPr txBox="1"/>
          <p:nvPr/>
        </p:nvSpPr>
        <p:spPr>
          <a:xfrm>
            <a:off x="5257800" y="4837074"/>
            <a:ext cx="6580239" cy="1200329"/>
          </a:xfrm>
          <a:prstGeom prst="rect">
            <a:avLst/>
          </a:prstGeom>
          <a:solidFill>
            <a:schemeClr val="bg2"/>
          </a:solidFill>
        </p:spPr>
        <p:txBody>
          <a:bodyPr wrap="square">
            <a:spAutoFit/>
          </a:bodyPr>
          <a:lstStyle/>
          <a:p>
            <a:r>
              <a:rPr lang="en-US" dirty="0"/>
              <a:t>Think of a parrot that has memorized the entire dictionary and encyclopedia. It can repeat sentences and combine words in new ways, but it doesn't always understand the deep meaning of what it is saying.</a:t>
            </a:r>
            <a:endParaRPr lang="en-IN" dirty="0"/>
          </a:p>
        </p:txBody>
      </p:sp>
    </p:spTree>
    <p:extLst>
      <p:ext uri="{BB962C8B-B14F-4D97-AF65-F5344CB8AC3E}">
        <p14:creationId xmlns:p14="http://schemas.microsoft.com/office/powerpoint/2010/main" val="2279738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ACC2-D88D-6B3C-6A5F-BA4D48F287F7}"/>
              </a:ext>
            </a:extLst>
          </p:cNvPr>
          <p:cNvSpPr>
            <a:spLocks noGrp="1"/>
          </p:cNvSpPr>
          <p:nvPr>
            <p:ph type="title"/>
          </p:nvPr>
        </p:nvSpPr>
        <p:spPr/>
        <p:txBody>
          <a:bodyPr/>
          <a:lstStyle/>
          <a:p>
            <a:r>
              <a:rPr lang="en-IN" dirty="0"/>
              <a:t>LLM Mechanism</a:t>
            </a:r>
          </a:p>
        </p:txBody>
      </p:sp>
      <p:pic>
        <p:nvPicPr>
          <p:cNvPr id="5" name="Content Placeholder 4">
            <a:extLst>
              <a:ext uri="{FF2B5EF4-FFF2-40B4-BE49-F238E27FC236}">
                <a16:creationId xmlns:a16="http://schemas.microsoft.com/office/drawing/2014/main" id="{1479D84F-37B5-D955-ACB6-D4A607DAD8E7}"/>
              </a:ext>
            </a:extLst>
          </p:cNvPr>
          <p:cNvPicPr>
            <a:picLocks noGrp="1" noChangeAspect="1"/>
          </p:cNvPicPr>
          <p:nvPr>
            <p:ph idx="1"/>
          </p:nvPr>
        </p:nvPicPr>
        <p:blipFill>
          <a:blip r:embed="rId2"/>
          <a:stretch>
            <a:fillRect/>
          </a:stretch>
        </p:blipFill>
        <p:spPr>
          <a:xfrm>
            <a:off x="4097320" y="1825625"/>
            <a:ext cx="3997360" cy="4351338"/>
          </a:xfrm>
          <a:prstGeom prst="rect">
            <a:avLst/>
          </a:prstGeom>
        </p:spPr>
      </p:pic>
    </p:spTree>
    <p:extLst>
      <p:ext uri="{BB962C8B-B14F-4D97-AF65-F5344CB8AC3E}">
        <p14:creationId xmlns:p14="http://schemas.microsoft.com/office/powerpoint/2010/main" val="1939181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32CCC-EEC4-C0CF-00BC-795BCFAEC0E9}"/>
              </a:ext>
            </a:extLst>
          </p:cNvPr>
          <p:cNvSpPr>
            <a:spLocks noGrp="1"/>
          </p:cNvSpPr>
          <p:nvPr>
            <p:ph type="title"/>
          </p:nvPr>
        </p:nvSpPr>
        <p:spPr/>
        <p:txBody>
          <a:bodyPr/>
          <a:lstStyle/>
          <a:p>
            <a:r>
              <a:rPr lang="en-US" dirty="0"/>
              <a:t>Training Data: Feeding the Brain</a:t>
            </a:r>
            <a:endParaRPr lang="en-IN" dirty="0"/>
          </a:p>
        </p:txBody>
      </p:sp>
      <p:sp>
        <p:nvSpPr>
          <p:cNvPr id="3" name="Content Placeholder 2">
            <a:extLst>
              <a:ext uri="{FF2B5EF4-FFF2-40B4-BE49-F238E27FC236}">
                <a16:creationId xmlns:a16="http://schemas.microsoft.com/office/drawing/2014/main" id="{BCA32FB9-4353-7826-D406-47704860D56A}"/>
              </a:ext>
            </a:extLst>
          </p:cNvPr>
          <p:cNvSpPr>
            <a:spLocks noGrp="1"/>
          </p:cNvSpPr>
          <p:nvPr>
            <p:ph idx="1"/>
          </p:nvPr>
        </p:nvSpPr>
        <p:spPr/>
        <p:txBody>
          <a:bodyPr/>
          <a:lstStyle/>
          <a:p>
            <a:r>
              <a:rPr lang="en-US" dirty="0"/>
              <a:t>To make an LLM smart, scientists feed it huge amounts of text called 'Training Data'. This includes Wikipedia, news articles, code, and books. The model analyzes this data to learn grammar, facts, and how words fit together.</a:t>
            </a:r>
          </a:p>
          <a:p>
            <a:r>
              <a:rPr lang="en-US" b="1" dirty="0"/>
              <a:t>Example:</a:t>
            </a:r>
            <a:r>
              <a:rPr lang="en-US" i="1" dirty="0"/>
              <a:t> If you wanted to learn to write a mystery novel, you might read 100 mystery books first. The LLM does this, but it reads billions of things so it knows how to write in any style!</a:t>
            </a:r>
          </a:p>
          <a:p>
            <a:endParaRPr lang="en-IN" dirty="0"/>
          </a:p>
        </p:txBody>
      </p:sp>
    </p:spTree>
    <p:extLst>
      <p:ext uri="{BB962C8B-B14F-4D97-AF65-F5344CB8AC3E}">
        <p14:creationId xmlns:p14="http://schemas.microsoft.com/office/powerpoint/2010/main" val="3335672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5827D-AF2A-2D6E-86FE-309D2E9068BB}"/>
              </a:ext>
            </a:extLst>
          </p:cNvPr>
          <p:cNvSpPr>
            <a:spLocks noGrp="1"/>
          </p:cNvSpPr>
          <p:nvPr>
            <p:ph type="title"/>
          </p:nvPr>
        </p:nvSpPr>
        <p:spPr/>
        <p:txBody>
          <a:bodyPr/>
          <a:lstStyle/>
          <a:p>
            <a:r>
              <a:rPr lang="en-IN" dirty="0"/>
              <a:t>Next-Word Prediction</a:t>
            </a:r>
            <a:br>
              <a:rPr lang="en-IN" dirty="0"/>
            </a:br>
            <a:endParaRPr lang="en-IN" dirty="0"/>
          </a:p>
        </p:txBody>
      </p:sp>
      <p:sp>
        <p:nvSpPr>
          <p:cNvPr id="3" name="Content Placeholder 2">
            <a:extLst>
              <a:ext uri="{FF2B5EF4-FFF2-40B4-BE49-F238E27FC236}">
                <a16:creationId xmlns:a16="http://schemas.microsoft.com/office/drawing/2014/main" id="{F3DF17B7-68DD-2221-C958-AFB5352C91A7}"/>
              </a:ext>
            </a:extLst>
          </p:cNvPr>
          <p:cNvSpPr>
            <a:spLocks noGrp="1"/>
          </p:cNvSpPr>
          <p:nvPr>
            <p:ph idx="1"/>
          </p:nvPr>
        </p:nvSpPr>
        <p:spPr>
          <a:xfrm>
            <a:off x="838200" y="1825625"/>
            <a:ext cx="5975555" cy="4351338"/>
          </a:xfrm>
        </p:spPr>
        <p:txBody>
          <a:bodyPr>
            <a:normAutofit lnSpcReduction="10000"/>
          </a:bodyPr>
          <a:lstStyle/>
          <a:p>
            <a:r>
              <a:rPr lang="en-US" dirty="0"/>
              <a:t>LLMs work by guessing. When you type a sentence, the LLM looks at the words and calculates the probability of what word comes next. It picks the most likely word to complete the pattern.</a:t>
            </a:r>
          </a:p>
          <a:p>
            <a:r>
              <a:rPr lang="en-US" dirty="0"/>
              <a:t>Example: If you say 'The cat sat on the...', the LLM guesses 'mat' (90% chance), 'floor' (5% chance), or 'roof' (5% chance). It builds sentences one word at a time based on these guesses.</a:t>
            </a:r>
            <a:endParaRPr lang="en-IN" dirty="0"/>
          </a:p>
        </p:txBody>
      </p:sp>
      <p:pic>
        <p:nvPicPr>
          <p:cNvPr id="5" name="Picture 4">
            <a:extLst>
              <a:ext uri="{FF2B5EF4-FFF2-40B4-BE49-F238E27FC236}">
                <a16:creationId xmlns:a16="http://schemas.microsoft.com/office/drawing/2014/main" id="{0B5B83F3-46EF-5098-0285-5FD7DE678E45}"/>
              </a:ext>
            </a:extLst>
          </p:cNvPr>
          <p:cNvPicPr>
            <a:picLocks noChangeAspect="1"/>
          </p:cNvPicPr>
          <p:nvPr/>
        </p:nvPicPr>
        <p:blipFill>
          <a:blip r:embed="rId2"/>
          <a:stretch>
            <a:fillRect/>
          </a:stretch>
        </p:blipFill>
        <p:spPr>
          <a:xfrm>
            <a:off x="6977023" y="1995949"/>
            <a:ext cx="5214977" cy="3081901"/>
          </a:xfrm>
          <a:prstGeom prst="rect">
            <a:avLst/>
          </a:prstGeom>
        </p:spPr>
      </p:pic>
    </p:spTree>
    <p:extLst>
      <p:ext uri="{BB962C8B-B14F-4D97-AF65-F5344CB8AC3E}">
        <p14:creationId xmlns:p14="http://schemas.microsoft.com/office/powerpoint/2010/main" val="625400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8DB5E2-70E1-32E9-2A3A-CA35A60061F7}"/>
              </a:ext>
            </a:extLst>
          </p:cNvPr>
          <p:cNvSpPr>
            <a:spLocks noGrp="1"/>
          </p:cNvSpPr>
          <p:nvPr>
            <p:ph type="title"/>
          </p:nvPr>
        </p:nvSpPr>
        <p:spPr>
          <a:xfrm>
            <a:off x="589560" y="856180"/>
            <a:ext cx="4560584" cy="1128068"/>
          </a:xfrm>
        </p:spPr>
        <p:txBody>
          <a:bodyPr anchor="ctr">
            <a:normAutofit/>
          </a:bodyPr>
          <a:lstStyle/>
          <a:p>
            <a:r>
              <a:rPr lang="en-IN" sz="3400"/>
              <a:t>Tokens: Pieces of Words</a:t>
            </a:r>
            <a:br>
              <a:rPr lang="en-IN" sz="3400"/>
            </a:br>
            <a:endParaRPr lang="en-IN" sz="3400"/>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9222AB-32C3-F1B9-DB42-9730303216A2}"/>
              </a:ext>
            </a:extLst>
          </p:cNvPr>
          <p:cNvSpPr>
            <a:spLocks noGrp="1"/>
          </p:cNvSpPr>
          <p:nvPr>
            <p:ph idx="1"/>
          </p:nvPr>
        </p:nvSpPr>
        <p:spPr>
          <a:xfrm>
            <a:off x="590719" y="2330505"/>
            <a:ext cx="4559425" cy="3979585"/>
          </a:xfrm>
        </p:spPr>
        <p:txBody>
          <a:bodyPr anchor="ctr">
            <a:normAutofit/>
          </a:bodyPr>
          <a:lstStyle/>
          <a:p>
            <a:r>
              <a:rPr lang="en-US" sz="2000"/>
              <a:t>Computers don't read whole words like we do. They break text into smaller chunks called 'Tokens'. A token can be a whole word, part of a word, or even a single letter. This helps the computer process language faster.</a:t>
            </a:r>
          </a:p>
          <a:p>
            <a:endParaRPr lang="en-US" sz="2000"/>
          </a:p>
          <a:p>
            <a:r>
              <a:rPr lang="en-US" sz="2000"/>
              <a:t>Example: The word 'Smart' might be one token, but 'Smarter' might be broken into two tokens: 'Smart' + 'er'. This is like using Lego bricks to build different words.</a:t>
            </a:r>
            <a:endParaRPr lang="en-IN"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oster with a hamburger and text&#10;&#10;AI-generated content may be incorrect.">
            <a:extLst>
              <a:ext uri="{FF2B5EF4-FFF2-40B4-BE49-F238E27FC236}">
                <a16:creationId xmlns:a16="http://schemas.microsoft.com/office/drawing/2014/main" id="{3FD3AB9E-546D-FF2A-5CA9-6B19B6DCEF33}"/>
              </a:ext>
            </a:extLst>
          </p:cNvPr>
          <p:cNvPicPr>
            <a:picLocks noChangeAspect="1"/>
          </p:cNvPicPr>
          <p:nvPr/>
        </p:nvPicPr>
        <p:blipFill>
          <a:blip r:embed="rId2"/>
          <a:srcRect b="5727"/>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937511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81BA3-C83E-32F5-7FF5-692F327F7530}"/>
              </a:ext>
            </a:extLst>
          </p:cNvPr>
          <p:cNvSpPr>
            <a:spLocks noGrp="1"/>
          </p:cNvSpPr>
          <p:nvPr>
            <p:ph type="title"/>
          </p:nvPr>
        </p:nvSpPr>
        <p:spPr/>
        <p:txBody>
          <a:bodyPr/>
          <a:lstStyle/>
          <a:p>
            <a:r>
              <a:rPr lang="en-US"/>
              <a:t>Encoding: The Map of Order</a:t>
            </a:r>
            <a:endParaRPr lang="en-IN" dirty="0"/>
          </a:p>
        </p:txBody>
      </p:sp>
      <p:graphicFrame>
        <p:nvGraphicFramePr>
          <p:cNvPr id="17" name="Content Placeholder 2">
            <a:extLst>
              <a:ext uri="{FF2B5EF4-FFF2-40B4-BE49-F238E27FC236}">
                <a16:creationId xmlns:a16="http://schemas.microsoft.com/office/drawing/2014/main" id="{A529174A-0988-C64A-2C83-CDA841FAED9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139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938DE-04A6-FBF9-BA64-F08533B87C50}"/>
              </a:ext>
            </a:extLst>
          </p:cNvPr>
          <p:cNvSpPr>
            <a:spLocks noGrp="1"/>
          </p:cNvSpPr>
          <p:nvPr>
            <p:ph type="title"/>
          </p:nvPr>
        </p:nvSpPr>
        <p:spPr/>
        <p:txBody>
          <a:bodyPr/>
          <a:lstStyle/>
          <a:p>
            <a:r>
              <a:rPr lang="en-IN" dirty="0"/>
              <a:t>Attention Mechanism: The Spotlight</a:t>
            </a:r>
          </a:p>
        </p:txBody>
      </p:sp>
      <p:graphicFrame>
        <p:nvGraphicFramePr>
          <p:cNvPr id="11" name="Content Placeholder 2">
            <a:extLst>
              <a:ext uri="{FF2B5EF4-FFF2-40B4-BE49-F238E27FC236}">
                <a16:creationId xmlns:a16="http://schemas.microsoft.com/office/drawing/2014/main" id="{47ABD8AE-3BDD-160D-2CF8-4C9379F76E49}"/>
              </a:ext>
            </a:extLst>
          </p:cNvPr>
          <p:cNvGraphicFramePr>
            <a:graphicFrameLocks noGrp="1"/>
          </p:cNvGraphicFramePr>
          <p:nvPr>
            <p:ph idx="1"/>
          </p:nvPr>
        </p:nvGraphicFramePr>
        <p:xfrm>
          <a:off x="5272548" y="1690688"/>
          <a:ext cx="643767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A poster with text and words&#10;&#10;AI-generated content may be incorrect.">
            <a:extLst>
              <a:ext uri="{FF2B5EF4-FFF2-40B4-BE49-F238E27FC236}">
                <a16:creationId xmlns:a16="http://schemas.microsoft.com/office/drawing/2014/main" id="{0F6CEC28-853B-0BBE-DB02-AC39C390D9F9}"/>
              </a:ext>
            </a:extLst>
          </p:cNvPr>
          <p:cNvPicPr>
            <a:picLocks noChangeAspect="1"/>
          </p:cNvPicPr>
          <p:nvPr/>
        </p:nvPicPr>
        <p:blipFill>
          <a:blip r:embed="rId7"/>
          <a:stretch>
            <a:fillRect/>
          </a:stretch>
        </p:blipFill>
        <p:spPr>
          <a:xfrm>
            <a:off x="398857" y="1809135"/>
            <a:ext cx="4706543" cy="3687097"/>
          </a:xfrm>
          <a:prstGeom prst="rect">
            <a:avLst/>
          </a:prstGeom>
        </p:spPr>
      </p:pic>
    </p:spTree>
    <p:extLst>
      <p:ext uri="{BB962C8B-B14F-4D97-AF65-F5344CB8AC3E}">
        <p14:creationId xmlns:p14="http://schemas.microsoft.com/office/powerpoint/2010/main" val="765676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AA600-0F9C-F19D-82CA-8D910CF7F95B}"/>
              </a:ext>
            </a:extLst>
          </p:cNvPr>
          <p:cNvSpPr>
            <a:spLocks noGrp="1"/>
          </p:cNvSpPr>
          <p:nvPr>
            <p:ph type="title"/>
          </p:nvPr>
        </p:nvSpPr>
        <p:spPr/>
        <p:txBody>
          <a:bodyPr/>
          <a:lstStyle/>
          <a:p>
            <a:r>
              <a:rPr lang="en-US" dirty="0"/>
              <a:t>Activation Functions: The Brain Switches</a:t>
            </a:r>
            <a:endParaRPr lang="en-IN" dirty="0"/>
          </a:p>
        </p:txBody>
      </p:sp>
      <p:sp>
        <p:nvSpPr>
          <p:cNvPr id="3" name="Content Placeholder 2">
            <a:extLst>
              <a:ext uri="{FF2B5EF4-FFF2-40B4-BE49-F238E27FC236}">
                <a16:creationId xmlns:a16="http://schemas.microsoft.com/office/drawing/2014/main" id="{B8778CEA-0B5B-7AE4-88C1-BD19DD2703ED}"/>
              </a:ext>
            </a:extLst>
          </p:cNvPr>
          <p:cNvSpPr>
            <a:spLocks noGrp="1"/>
          </p:cNvSpPr>
          <p:nvPr>
            <p:ph idx="1"/>
          </p:nvPr>
        </p:nvSpPr>
        <p:spPr>
          <a:xfrm>
            <a:off x="838200" y="1825625"/>
            <a:ext cx="4982497" cy="4351338"/>
          </a:xfrm>
        </p:spPr>
        <p:txBody>
          <a:bodyPr>
            <a:normAutofit fontScale="92500" lnSpcReduction="20000"/>
          </a:bodyPr>
          <a:lstStyle/>
          <a:p>
            <a:r>
              <a:rPr lang="en-US" dirty="0"/>
              <a:t>Inside the AI's brain, there are math equations (like </a:t>
            </a:r>
            <a:r>
              <a:rPr lang="en-US" dirty="0" err="1"/>
              <a:t>ReLU</a:t>
            </a:r>
            <a:r>
              <a:rPr lang="en-US" dirty="0"/>
              <a:t> or </a:t>
            </a:r>
            <a:r>
              <a:rPr lang="en-US" dirty="0" err="1"/>
              <a:t>GeLU</a:t>
            </a:r>
            <a:r>
              <a:rPr lang="en-US" dirty="0"/>
              <a:t>) that act like traffic lights. They decide if a piece of information is important enough to pass through to the next layer or if it should be stopped.</a:t>
            </a:r>
          </a:p>
          <a:p>
            <a:endParaRPr lang="en-US" dirty="0"/>
          </a:p>
          <a:p>
            <a:r>
              <a:rPr lang="en-US" dirty="0"/>
              <a:t>Example: Imagine a light switch that only turns on if you shout loud enough. If the information is 'loud' (important), the switch turns on!</a:t>
            </a:r>
            <a:endParaRPr lang="en-IN" dirty="0"/>
          </a:p>
        </p:txBody>
      </p:sp>
      <p:pic>
        <p:nvPicPr>
          <p:cNvPr id="5" name="Picture 4">
            <a:extLst>
              <a:ext uri="{FF2B5EF4-FFF2-40B4-BE49-F238E27FC236}">
                <a16:creationId xmlns:a16="http://schemas.microsoft.com/office/drawing/2014/main" id="{846C492A-A164-FC55-754F-D7547798C67C}"/>
              </a:ext>
            </a:extLst>
          </p:cNvPr>
          <p:cNvPicPr>
            <a:picLocks noChangeAspect="1"/>
          </p:cNvPicPr>
          <p:nvPr/>
        </p:nvPicPr>
        <p:blipFill>
          <a:blip r:embed="rId2"/>
          <a:stretch>
            <a:fillRect/>
          </a:stretch>
        </p:blipFill>
        <p:spPr>
          <a:xfrm>
            <a:off x="6096000" y="2035276"/>
            <a:ext cx="5460272" cy="3448219"/>
          </a:xfrm>
          <a:prstGeom prst="rect">
            <a:avLst/>
          </a:prstGeom>
        </p:spPr>
      </p:pic>
    </p:spTree>
    <p:extLst>
      <p:ext uri="{BB962C8B-B14F-4D97-AF65-F5344CB8AC3E}">
        <p14:creationId xmlns:p14="http://schemas.microsoft.com/office/powerpoint/2010/main" val="613639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48B7AF-C486-D999-3D86-24BD4BCA4BE9}"/>
              </a:ext>
            </a:extLst>
          </p:cNvPr>
          <p:cNvSpPr>
            <a:spLocks noGrp="1"/>
          </p:cNvSpPr>
          <p:nvPr>
            <p:ph type="title"/>
          </p:nvPr>
        </p:nvSpPr>
        <p:spPr>
          <a:xfrm>
            <a:off x="589560" y="856180"/>
            <a:ext cx="4560584" cy="1128068"/>
          </a:xfrm>
        </p:spPr>
        <p:txBody>
          <a:bodyPr anchor="ctr">
            <a:normAutofit/>
          </a:bodyPr>
          <a:lstStyle/>
          <a:p>
            <a:r>
              <a:rPr lang="en-US" sz="3700"/>
              <a:t>Hallucinations: When AI Makes Mistakes</a:t>
            </a:r>
            <a:endParaRPr lang="en-IN" sz="3700"/>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F538169-DCCA-042D-6AEE-1C049CDEEC8C}"/>
              </a:ext>
            </a:extLst>
          </p:cNvPr>
          <p:cNvSpPr>
            <a:spLocks noGrp="1"/>
          </p:cNvSpPr>
          <p:nvPr>
            <p:ph idx="1"/>
          </p:nvPr>
        </p:nvSpPr>
        <p:spPr>
          <a:xfrm>
            <a:off x="590719" y="2330505"/>
            <a:ext cx="4559425" cy="3979585"/>
          </a:xfrm>
        </p:spPr>
        <p:txBody>
          <a:bodyPr anchor="ctr">
            <a:normAutofit/>
          </a:bodyPr>
          <a:lstStyle/>
          <a:p>
            <a:r>
              <a:rPr lang="en-US" sz="2000"/>
              <a:t>Sometimes, LLMs make up facts confidently. Because they are just predicting words, they can write something that looks true but is actually false. We call this a 'Hallucination'.</a:t>
            </a:r>
          </a:p>
          <a:p>
            <a:endParaRPr lang="en-US" sz="2000"/>
          </a:p>
          <a:p>
            <a:r>
              <a:rPr lang="en-US" sz="2000"/>
              <a:t>Example: If you ask an LLM about a movie that doesn't exist, it might invent a plot, a director, and actors for it just to be helpful, even though none of it is real.</a:t>
            </a:r>
            <a:endParaRPr lang="en-IN"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060521A-6398-8A84-E592-683F63CCBB8E}"/>
              </a:ext>
            </a:extLst>
          </p:cNvPr>
          <p:cNvPicPr>
            <a:picLocks noChangeAspect="1"/>
          </p:cNvPicPr>
          <p:nvPr/>
        </p:nvPicPr>
        <p:blipFill>
          <a:blip r:embed="rId2"/>
          <a:srcRect t="2575" r="4" b="4"/>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2534177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A992D3-0CAD-0AB4-AFDF-AF1B46A99AB3}"/>
              </a:ext>
            </a:extLst>
          </p:cNvPr>
          <p:cNvSpPr>
            <a:spLocks noGrp="1"/>
          </p:cNvSpPr>
          <p:nvPr>
            <p:ph type="title"/>
          </p:nvPr>
        </p:nvSpPr>
        <p:spPr>
          <a:xfrm>
            <a:off x="589560" y="856180"/>
            <a:ext cx="4560584" cy="1128068"/>
          </a:xfrm>
        </p:spPr>
        <p:txBody>
          <a:bodyPr anchor="ctr">
            <a:normAutofit/>
          </a:bodyPr>
          <a:lstStyle/>
          <a:p>
            <a:r>
              <a:rPr lang="en-IN" sz="4000"/>
              <a:t>Bias and Ethics</a:t>
            </a: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E1F8F8-4809-CC65-5BEC-6496D42F64A4}"/>
              </a:ext>
            </a:extLst>
          </p:cNvPr>
          <p:cNvSpPr>
            <a:spLocks noGrp="1"/>
          </p:cNvSpPr>
          <p:nvPr>
            <p:ph idx="1"/>
          </p:nvPr>
        </p:nvSpPr>
        <p:spPr>
          <a:xfrm>
            <a:off x="590719" y="2330505"/>
            <a:ext cx="4559425" cy="3979585"/>
          </a:xfrm>
        </p:spPr>
        <p:txBody>
          <a:bodyPr anchor="ctr">
            <a:normAutofit/>
          </a:bodyPr>
          <a:lstStyle/>
          <a:p>
            <a:r>
              <a:rPr lang="en-US" sz="2000"/>
              <a:t>Since LLMs learn from the internet, they also learn the bad stuff found there. If the training data contains stereotypes or mean comments, the AI might repeat them. We must use these tools responsibly.</a:t>
            </a:r>
          </a:p>
          <a:p>
            <a:endParaRPr lang="en-US" sz="2000"/>
          </a:p>
          <a:p>
            <a:r>
              <a:rPr lang="en-US" sz="2000"/>
              <a:t>Example: If most old stories say that only men can be doctors, the AI might wrongly guess that 'doctor' usually refers to a 'he' instead of a 'she' or 'they'. Keep this in mind to be a principled thinker!</a:t>
            </a:r>
            <a:endParaRPr lang="en-IN"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and holding a magnifying glass&#10;&#10;AI-generated content may be incorrect.">
            <a:extLst>
              <a:ext uri="{FF2B5EF4-FFF2-40B4-BE49-F238E27FC236}">
                <a16:creationId xmlns:a16="http://schemas.microsoft.com/office/drawing/2014/main" id="{2FB20006-A20E-9FD7-C45B-09CCA68B7FAF}"/>
              </a:ext>
            </a:extLst>
          </p:cNvPr>
          <p:cNvPicPr>
            <a:picLocks noChangeAspect="1"/>
          </p:cNvPicPr>
          <p:nvPr/>
        </p:nvPicPr>
        <p:blipFill>
          <a:blip r:embed="rId2"/>
          <a:srcRect t="3304" r="4" b="4"/>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927300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3062</TotalTime>
  <Words>802</Words>
  <Application>Microsoft Office PowerPoint</Application>
  <PresentationFormat>Widescreen</PresentationFormat>
  <Paragraphs>33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Comprehensive Overview of Large Language Models</vt:lpstr>
      <vt:lpstr>What is a Large Language Model (LLM)?</vt:lpstr>
      <vt:lpstr>LLM Mechanism</vt:lpstr>
      <vt:lpstr>Training Data: Feeding the Brain</vt:lpstr>
      <vt:lpstr>Next-Word Prediction </vt:lpstr>
      <vt:lpstr>Tokens: Pieces of Words </vt:lpstr>
      <vt:lpstr>Encoding: The Map of Order</vt:lpstr>
      <vt:lpstr>Attention Mechanism: The Spotlight</vt:lpstr>
      <vt:lpstr>Activation Functions: The Brain Switches</vt:lpstr>
      <vt:lpstr>Hallucinations: When AI Makes Mistakes</vt:lpstr>
      <vt:lpstr>Bias and Ethics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Karthikeyan Nallakamachi</dc:creator>
  <cp:lastModifiedBy>Karthikeyan Nallakamachi</cp:lastModifiedBy>
  <cp:revision>1</cp:revision>
  <dcterms:created xsi:type="dcterms:W3CDTF">2025-12-03T14:34:40Z</dcterms:created>
  <dcterms:modified xsi:type="dcterms:W3CDTF">2025-12-05T17:37:25Z</dcterms:modified>
</cp:coreProperties>
</file>